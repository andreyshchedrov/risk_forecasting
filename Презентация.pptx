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01" r:id="rId4"/>
    <p:sldId id="260" r:id="rId5"/>
    <p:sldId id="279" r:id="rId6"/>
    <p:sldId id="284" r:id="rId7"/>
    <p:sldId id="290" r:id="rId8"/>
    <p:sldId id="286" r:id="rId9"/>
    <p:sldId id="304" r:id="rId10"/>
    <p:sldId id="305" r:id="rId11"/>
    <p:sldId id="296" r:id="rId12"/>
    <p:sldId id="299" r:id="rId13"/>
    <p:sldId id="298" r:id="rId14"/>
    <p:sldId id="288" r:id="rId15"/>
    <p:sldId id="292" r:id="rId16"/>
    <p:sldId id="293" r:id="rId17"/>
    <p:sldId id="297" r:id="rId18"/>
    <p:sldId id="30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E8B"/>
    <a:srgbClr val="F3B3BB"/>
    <a:srgbClr val="26355A"/>
    <a:srgbClr val="9F1829"/>
    <a:srgbClr val="831320"/>
    <a:srgbClr val="E6E6E6"/>
    <a:srgbClr val="65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0672" autoAdjust="0"/>
  </p:normalViewPr>
  <p:slideViewPr>
    <p:cSldViewPr snapToGrid="0">
      <p:cViewPr varScale="1">
        <p:scale>
          <a:sx n="75" d="100"/>
          <a:sy n="75" d="100"/>
        </p:scale>
        <p:origin x="12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men\Documents\&#1052;&#1043;&#1059;\&#1044;&#1080;&#1087;&#1083;&#1086;&#1084;&#1085;&#1072;&#1103;%20&#1088;&#1072;&#1073;&#1086;&#1090;&#1072;\&#1044;&#1072;&#1085;&#1085;&#1099;&#1077;\data_22_without_diseases_extend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kamen\Documents\&#1052;&#1043;&#1059;\&#1044;&#1080;&#1087;&#1083;&#1086;&#1084;&#1085;&#1072;&#1103;%20&#1088;&#1072;&#1073;&#1086;&#1090;&#1072;\&#1044;&#1072;&#1085;&#1085;&#1099;&#1077;\data_22_without_diseases_extende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r>
              <a:rPr lang="ru-RU"/>
              <a:t>Распределение индивидов в выборке по полу, человек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Bahnschrift Light" panose="020B0502040204020203" pitchFamily="3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CA-489F-A9A7-9E83A9E1414B}"/>
              </c:ext>
            </c:extLst>
          </c:dPt>
          <c:cat>
            <c:strRef>
              <c:f>Лист2!$D$2:$D$3</c:f>
              <c:strCache>
                <c:ptCount val="2"/>
                <c:pt idx="0">
                  <c:v>Мужчины</c:v>
                </c:pt>
                <c:pt idx="1">
                  <c:v>Женщины</c:v>
                </c:pt>
              </c:strCache>
            </c:strRef>
          </c:cat>
          <c:val>
            <c:numRef>
              <c:f>Лист2!$E$2:$E$3</c:f>
              <c:numCache>
                <c:formatCode>General</c:formatCode>
                <c:ptCount val="2"/>
                <c:pt idx="0">
                  <c:v>5045</c:v>
                </c:pt>
                <c:pt idx="1">
                  <c:v>6134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CA-489F-A9A7-9E83A9E14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0996032"/>
        <c:axId val="555771680"/>
      </c:barChart>
      <c:catAx>
        <c:axId val="1540996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ru-RU"/>
          </a:p>
        </c:txPr>
        <c:crossAx val="555771680"/>
        <c:crosses val="autoZero"/>
        <c:auto val="1"/>
        <c:lblAlgn val="ctr"/>
        <c:lblOffset val="100"/>
        <c:noMultiLvlLbl val="0"/>
      </c:catAx>
      <c:valAx>
        <c:axId val="555771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Bahnschrift Light" panose="020B0502040204020203" pitchFamily="34" charset="0"/>
                <a:ea typeface="+mn-ea"/>
                <a:cs typeface="+mn-cs"/>
              </a:defRPr>
            </a:pPr>
            <a:endParaRPr lang="ru-RU"/>
          </a:p>
        </c:txPr>
        <c:crossAx val="1540996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Bahnschrift Light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Лист2!$A$2:$A$11180</cx:f>
        <cx:lvl ptCount="11179" formatCode="Основной">
          <cx:pt idx="0">40</cx:pt>
          <cx:pt idx="1">29</cx:pt>
          <cx:pt idx="2">42</cx:pt>
          <cx:pt idx="3">19</cx:pt>
          <cx:pt idx="4">59</cx:pt>
          <cx:pt idx="5">56.5</cx:pt>
          <cx:pt idx="6">37</cx:pt>
          <cx:pt idx="7">30</cx:pt>
          <cx:pt idx="8">28.5</cx:pt>
          <cx:pt idx="9">45</cx:pt>
          <cx:pt idx="10">48</cx:pt>
          <cx:pt idx="11">52.5</cx:pt>
          <cx:pt idx="12">55.5</cx:pt>
          <cx:pt idx="13">32.5</cx:pt>
          <cx:pt idx="14">25</cx:pt>
          <cx:pt idx="15">55</cx:pt>
          <cx:pt idx="16">59.5</cx:pt>
          <cx:pt idx="17">36.5</cx:pt>
          <cx:pt idx="18">34.5</cx:pt>
          <cx:pt idx="19">59</cx:pt>
          <cx:pt idx="20">64</cx:pt>
          <cx:pt idx="21">60.5</cx:pt>
          <cx:pt idx="22">58</cx:pt>
          <cx:pt idx="23">41</cx:pt>
          <cx:pt idx="24">19.5</cx:pt>
          <cx:pt idx="25">50</cx:pt>
          <cx:pt idx="26">44.5</cx:pt>
          <cx:pt idx="27">29.5</cx:pt>
          <cx:pt idx="28">50.5</cx:pt>
          <cx:pt idx="29">49.5</cx:pt>
          <cx:pt idx="30">51</cx:pt>
          <cx:pt idx="31">44</cx:pt>
          <cx:pt idx="32">25.5</cx:pt>
          <cx:pt idx="33">55</cx:pt>
          <cx:pt idx="34">57.5</cx:pt>
          <cx:pt idx="35">58</cx:pt>
          <cx:pt idx="36">63</cx:pt>
          <cx:pt idx="37">36.5</cx:pt>
          <cx:pt idx="38">25</cx:pt>
          <cx:pt idx="39">40</cx:pt>
          <cx:pt idx="40">43</cx:pt>
          <cx:pt idx="41">60.5</cx:pt>
          <cx:pt idx="42">41</cx:pt>
          <cx:pt idx="43">26.5</cx:pt>
          <cx:pt idx="44">23.5</cx:pt>
          <cx:pt idx="45">53.5</cx:pt>
          <cx:pt idx="46">59</cx:pt>
          <cx:pt idx="47">30.5</cx:pt>
          <cx:pt idx="48">48.5</cx:pt>
          <cx:pt idx="49">31.5</cx:pt>
          <cx:pt idx="50">27.5</cx:pt>
          <cx:pt idx="51">49.5</cx:pt>
          <cx:pt idx="52">24.5</cx:pt>
          <cx:pt idx="53">42</cx:pt>
          <cx:pt idx="54">40</cx:pt>
          <cx:pt idx="55">60.5</cx:pt>
          <cx:pt idx="56">28</cx:pt>
          <cx:pt idx="57">26</cx:pt>
          <cx:pt idx="58">45.5</cx:pt>
          <cx:pt idx="59">63.5</cx:pt>
          <cx:pt idx="60">37.5</cx:pt>
          <cx:pt idx="61">40</cx:pt>
          <cx:pt idx="62">62</cx:pt>
          <cx:pt idx="63">65</cx:pt>
          <cx:pt idx="64">35</cx:pt>
          <cx:pt idx="65">57.5</cx:pt>
          <cx:pt idx="66">30.5</cx:pt>
          <cx:pt idx="67">56.5</cx:pt>
          <cx:pt idx="68">36.5</cx:pt>
          <cx:pt idx="69">60</cx:pt>
          <cx:pt idx="70">50.5</cx:pt>
          <cx:pt idx="71">58</cx:pt>
          <cx:pt idx="72">62</cx:pt>
          <cx:pt idx="73">52.5</cx:pt>
          <cx:pt idx="74">32.5</cx:pt>
          <cx:pt idx="75">31</cx:pt>
          <cx:pt idx="76">24</cx:pt>
          <cx:pt idx="77">43</cx:pt>
          <cx:pt idx="78">20.5</cx:pt>
          <cx:pt idx="79">20</cx:pt>
          <cx:pt idx="80">41</cx:pt>
          <cx:pt idx="81">55.5</cx:pt>
          <cx:pt idx="82">30.5</cx:pt>
          <cx:pt idx="83">42</cx:pt>
          <cx:pt idx="84">33.5</cx:pt>
          <cx:pt idx="85">32.5</cx:pt>
          <cx:pt idx="86">60.5</cx:pt>
          <cx:pt idx="87">33.5</cx:pt>
          <cx:pt idx="88">49.5</cx:pt>
          <cx:pt idx="89">51.5</cx:pt>
          <cx:pt idx="90">40.5</cx:pt>
          <cx:pt idx="91">40.5</cx:pt>
          <cx:pt idx="92">59.5</cx:pt>
          <cx:pt idx="93">25</cx:pt>
          <cx:pt idx="94">50</cx:pt>
          <cx:pt idx="95">56.5</cx:pt>
          <cx:pt idx="96">54.5</cx:pt>
          <cx:pt idx="97">31.5</cx:pt>
          <cx:pt idx="98">26</cx:pt>
          <cx:pt idx="99">60</cx:pt>
          <cx:pt idx="100">53</cx:pt>
          <cx:pt idx="101">30.5</cx:pt>
          <cx:pt idx="102">35</cx:pt>
          <cx:pt idx="103">40.5</cx:pt>
          <cx:pt idx="104">61.5</cx:pt>
          <cx:pt idx="105">56</cx:pt>
          <cx:pt idx="106">57</cx:pt>
          <cx:pt idx="107">30</cx:pt>
          <cx:pt idx="108">55.5</cx:pt>
          <cx:pt idx="109">54</cx:pt>
          <cx:pt idx="110">28.5</cx:pt>
          <cx:pt idx="111">34.5</cx:pt>
          <cx:pt idx="112">49.5</cx:pt>
          <cx:pt idx="113">25.5</cx:pt>
          <cx:pt idx="114">23.5</cx:pt>
          <cx:pt idx="115">51</cx:pt>
          <cx:pt idx="116">53.5</cx:pt>
          <cx:pt idx="117">24</cx:pt>
          <cx:pt idx="118">35</cx:pt>
          <cx:pt idx="119">62.5</cx:pt>
          <cx:pt idx="120">44.5</cx:pt>
          <cx:pt idx="121">37.5</cx:pt>
          <cx:pt idx="122">63</cx:pt>
          <cx:pt idx="123">39</cx:pt>
          <cx:pt idx="124">44.5</cx:pt>
          <cx:pt idx="125">22.5</cx:pt>
          <cx:pt idx="126">19</cx:pt>
          <cx:pt idx="127">61</cx:pt>
          <cx:pt idx="128">45.5</cx:pt>
          <cx:pt idx="129">43.5</cx:pt>
          <cx:pt idx="130">41.5</cx:pt>
          <cx:pt idx="131">48</cx:pt>
          <cx:pt idx="132">19.5</cx:pt>
          <cx:pt idx="133">49</cx:pt>
          <cx:pt idx="134">56.5</cx:pt>
          <cx:pt idx="135">36</cx:pt>
          <cx:pt idx="136">27.5</cx:pt>
          <cx:pt idx="137">34</cx:pt>
          <cx:pt idx="138">54.5</cx:pt>
          <cx:pt idx="139">59.5</cx:pt>
          <cx:pt idx="140">33</cx:pt>
          <cx:pt idx="141">30.5</cx:pt>
          <cx:pt idx="142">49</cx:pt>
          <cx:pt idx="143">53</cx:pt>
          <cx:pt idx="144">28</cx:pt>
          <cx:pt idx="145">60.5</cx:pt>
          <cx:pt idx="146">61.5</cx:pt>
          <cx:pt idx="147">32</cx:pt>
          <cx:pt idx="148">43</cx:pt>
          <cx:pt idx="149">50</cx:pt>
          <cx:pt idx="150">54</cx:pt>
          <cx:pt idx="151">59.5</cx:pt>
          <cx:pt idx="152">57.5</cx:pt>
          <cx:pt idx="153">31.5</cx:pt>
          <cx:pt idx="154">55.5</cx:pt>
          <cx:pt idx="155">32.5</cx:pt>
          <cx:pt idx="156">32.5</cx:pt>
          <cx:pt idx="157">30.5</cx:pt>
          <cx:pt idx="158">56.5</cx:pt>
          <cx:pt idx="159">58.5</cx:pt>
          <cx:pt idx="160">29.5</cx:pt>
          <cx:pt idx="161">44</cx:pt>
          <cx:pt idx="162">51</cx:pt>
          <cx:pt idx="163">57</cx:pt>
          <cx:pt idx="164">60.5</cx:pt>
          <cx:pt idx="165">29.5</cx:pt>
          <cx:pt idx="166">58.5</cx:pt>
          <cx:pt idx="167">47.5</cx:pt>
          <cx:pt idx="168">38</cx:pt>
          <cx:pt idx="169">21</cx:pt>
          <cx:pt idx="170">56</cx:pt>
          <cx:pt idx="171">45</cx:pt>
          <cx:pt idx="172">45</cx:pt>
          <cx:pt idx="173">23.5</cx:pt>
          <cx:pt idx="174">19.5</cx:pt>
          <cx:pt idx="175">20.5</cx:pt>
          <cx:pt idx="176">20.5</cx:pt>
          <cx:pt idx="177">47.5</cx:pt>
          <cx:pt idx="178">51</cx:pt>
          <cx:pt idx="179">23.5</cx:pt>
          <cx:pt idx="180">64</cx:pt>
          <cx:pt idx="181">59</cx:pt>
          <cx:pt idx="182">39</cx:pt>
          <cx:pt idx="183">60.5</cx:pt>
          <cx:pt idx="184">53.5</cx:pt>
          <cx:pt idx="185">53</cx:pt>
          <cx:pt idx="186">31</cx:pt>
          <cx:pt idx="187">20</cx:pt>
          <cx:pt idx="188">59.5</cx:pt>
          <cx:pt idx="189">54.5</cx:pt>
          <cx:pt idx="190">31</cx:pt>
          <cx:pt idx="191">59.5</cx:pt>
          <cx:pt idx="192">32.5</cx:pt>
          <cx:pt idx="193">30.5</cx:pt>
          <cx:pt idx="194">52</cx:pt>
          <cx:pt idx="195">51</cx:pt>
          <cx:pt idx="196">29</cx:pt>
          <cx:pt idx="197">28</cx:pt>
          <cx:pt idx="198">30</cx:pt>
          <cx:pt idx="199">29</cx:pt>
          <cx:pt idx="200">29</cx:pt>
          <cx:pt idx="201">25</cx:pt>
          <cx:pt idx="202">25</cx:pt>
          <cx:pt idx="203">20.5</cx:pt>
          <cx:pt idx="204">20.5</cx:pt>
          <cx:pt idx="205">52.5</cx:pt>
          <cx:pt idx="206">23</cx:pt>
          <cx:pt idx="207">56.5</cx:pt>
          <cx:pt idx="208">60</cx:pt>
          <cx:pt idx="209">30.5</cx:pt>
          <cx:pt idx="210">46.5</cx:pt>
          <cx:pt idx="211">43</cx:pt>
          <cx:pt idx="212">22</cx:pt>
          <cx:pt idx="213">64.5</cx:pt>
          <cx:pt idx="214">60.5</cx:pt>
          <cx:pt idx="215">58.5</cx:pt>
          <cx:pt idx="216">32</cx:pt>
          <cx:pt idx="217">56.5</cx:pt>
          <cx:pt idx="218">35</cx:pt>
          <cx:pt idx="219">19.5</cx:pt>
          <cx:pt idx="220">57.5</cx:pt>
          <cx:pt idx="221">33.5</cx:pt>
          <cx:pt idx="222">28</cx:pt>
          <cx:pt idx="223">51</cx:pt>
          <cx:pt idx="224">53.5</cx:pt>
          <cx:pt idx="225">30.5</cx:pt>
          <cx:pt idx="226">64</cx:pt>
          <cx:pt idx="227">52.5</cx:pt>
          <cx:pt idx="228">56</cx:pt>
          <cx:pt idx="229">29.5</cx:pt>
          <cx:pt idx="230">44</cx:pt>
          <cx:pt idx="231">41</cx:pt>
          <cx:pt idx="232">46</cx:pt>
          <cx:pt idx="233">48</cx:pt>
          <cx:pt idx="234">62</cx:pt>
          <cx:pt idx="235">30</cx:pt>
          <cx:pt idx="236">54</cx:pt>
          <cx:pt idx="237">24</cx:pt>
          <cx:pt idx="238">22.5</cx:pt>
          <cx:pt idx="239">43</cx:pt>
          <cx:pt idx="240">48</cx:pt>
          <cx:pt idx="241">21</cx:pt>
          <cx:pt idx="242">53.5</cx:pt>
          <cx:pt idx="243">56</cx:pt>
          <cx:pt idx="244">24.5</cx:pt>
          <cx:pt idx="245">22</cx:pt>
          <cx:pt idx="246">46.5</cx:pt>
          <cx:pt idx="247">26</cx:pt>
          <cx:pt idx="248">53</cx:pt>
          <cx:pt idx="249">32.5</cx:pt>
          <cx:pt idx="250">25.5</cx:pt>
          <cx:pt idx="251">45</cx:pt>
          <cx:pt idx="252">44</cx:pt>
          <cx:pt idx="253">57.5</cx:pt>
          <cx:pt idx="254">62.5</cx:pt>
          <cx:pt idx="255">42.5</cx:pt>
          <cx:pt idx="256">23</cx:pt>
          <cx:pt idx="257">64.5</cx:pt>
          <cx:pt idx="258">27</cx:pt>
          <cx:pt idx="259">58.5</cx:pt>
          <cx:pt idx="260">34</cx:pt>
          <cx:pt idx="261">24</cx:pt>
          <cx:pt idx="262">23.5</cx:pt>
          <cx:pt idx="263">45</cx:pt>
          <cx:pt idx="264">41.5</cx:pt>
          <cx:pt idx="265">23</cx:pt>
          <cx:pt idx="266">45</cx:pt>
          <cx:pt idx="267">41.5</cx:pt>
          <cx:pt idx="268">23.5</cx:pt>
          <cx:pt idx="269">41</cx:pt>
          <cx:pt idx="270">42</cx:pt>
          <cx:pt idx="271">21.5</cx:pt>
          <cx:pt idx="272">19</cx:pt>
          <cx:pt idx="273">54.5</cx:pt>
          <cx:pt idx="274">43.5</cx:pt>
          <cx:pt idx="275">47.5</cx:pt>
          <cx:pt idx="276">23</cx:pt>
          <cx:pt idx="277">63</cx:pt>
          <cx:pt idx="278">35.5</cx:pt>
          <cx:pt idx="279">65</cx:pt>
          <cx:pt idx="280">42</cx:pt>
          <cx:pt idx="281">20.5</cx:pt>
          <cx:pt idx="282">47</cx:pt>
          <cx:pt idx="283">30</cx:pt>
          <cx:pt idx="284">63.5</cx:pt>
          <cx:pt idx="285">59.5</cx:pt>
          <cx:pt idx="286">44.5</cx:pt>
          <cx:pt idx="287">41</cx:pt>
          <cx:pt idx="288">43.5</cx:pt>
          <cx:pt idx="289">50</cx:pt>
          <cx:pt idx="290">53</cx:pt>
          <cx:pt idx="291">63</cx:pt>
          <cx:pt idx="292">53</cx:pt>
          <cx:pt idx="293">56.5</cx:pt>
          <cx:pt idx="294">33.5</cx:pt>
          <cx:pt idx="295">56</cx:pt>
          <cx:pt idx="296">55.5</cx:pt>
          <cx:pt idx="297">31.5</cx:pt>
          <cx:pt idx="298">28.5</cx:pt>
          <cx:pt idx="299">59.5</cx:pt>
          <cx:pt idx="300">28.5</cx:pt>
          <cx:pt idx="301">45.5</cx:pt>
          <cx:pt idx="302">20.5</cx:pt>
          <cx:pt idx="303">51</cx:pt>
          <cx:pt idx="304">55</cx:pt>
          <cx:pt idx="305">61.5</cx:pt>
          <cx:pt idx="306">25.5</cx:pt>
          <cx:pt idx="307">46.5</cx:pt>
          <cx:pt idx="308">50</cx:pt>
          <cx:pt idx="309">55.5</cx:pt>
          <cx:pt idx="310">55</cx:pt>
          <cx:pt idx="311">60</cx:pt>
          <cx:pt idx="312">34</cx:pt>
          <cx:pt idx="313">64.5</cx:pt>
          <cx:pt idx="314">33</cx:pt>
          <cx:pt idx="315">57</cx:pt>
          <cx:pt idx="316">61.5</cx:pt>
          <cx:pt idx="317">61.5</cx:pt>
          <cx:pt idx="318">49.5</cx:pt>
          <cx:pt idx="319">49.5</cx:pt>
          <cx:pt idx="320">57</cx:pt>
          <cx:pt idx="321">55.5</cx:pt>
          <cx:pt idx="322">26.5</cx:pt>
          <cx:pt idx="323">61</cx:pt>
          <cx:pt idx="324">45</cx:pt>
          <cx:pt idx="325">50.5</cx:pt>
          <cx:pt idx="326">27</cx:pt>
          <cx:pt idx="327">27.5</cx:pt>
          <cx:pt idx="328">50</cx:pt>
          <cx:pt idx="329">50.5</cx:pt>
          <cx:pt idx="330">48.5</cx:pt>
          <cx:pt idx="331">26.5</cx:pt>
          <cx:pt idx="332">25</cx:pt>
          <cx:pt idx="333">51.5</cx:pt>
          <cx:pt idx="334">54</cx:pt>
          <cx:pt idx="335">31</cx:pt>
          <cx:pt idx="336">31</cx:pt>
          <cx:pt idx="337">37.5</cx:pt>
          <cx:pt idx="338">52</cx:pt>
          <cx:pt idx="339">53</cx:pt>
          <cx:pt idx="340">26.5</cx:pt>
          <cx:pt idx="341">53.5</cx:pt>
          <cx:pt idx="342">56.5</cx:pt>
          <cx:pt idx="343">26</cx:pt>
          <cx:pt idx="344">27.5</cx:pt>
          <cx:pt idx="345">42.5</cx:pt>
          <cx:pt idx="346">54</cx:pt>
          <cx:pt idx="347">54.5</cx:pt>
          <cx:pt idx="348">46.5</cx:pt>
          <cx:pt idx="349">50.5</cx:pt>
          <cx:pt idx="350">24.5</cx:pt>
          <cx:pt idx="351">23</cx:pt>
          <cx:pt idx="352">22</cx:pt>
          <cx:pt idx="353">39.5</cx:pt>
          <cx:pt idx="354">51</cx:pt>
          <cx:pt idx="355">52</cx:pt>
          <cx:pt idx="356">58.5</cx:pt>
          <cx:pt idx="357">49</cx:pt>
          <cx:pt idx="358">24.5</cx:pt>
          <cx:pt idx="359">57.5</cx:pt>
          <cx:pt idx="360">53</cx:pt>
          <cx:pt idx="361">36.5</cx:pt>
          <cx:pt idx="362">49</cx:pt>
          <cx:pt idx="363">28.5</cx:pt>
          <cx:pt idx="364">27.5</cx:pt>
          <cx:pt idx="365">59.5</cx:pt>
          <cx:pt idx="366">32.5</cx:pt>
          <cx:pt idx="367">29</cx:pt>
          <cx:pt idx="368">57</cx:pt>
          <cx:pt idx="369">30.5</cx:pt>
          <cx:pt idx="370">55.5</cx:pt>
          <cx:pt idx="371">25</cx:pt>
          <cx:pt idx="372">19.5</cx:pt>
          <cx:pt idx="373">47.5</cx:pt>
          <cx:pt idx="374">45.5</cx:pt>
          <cx:pt idx="375">22</cx:pt>
          <cx:pt idx="376">19</cx:pt>
          <cx:pt idx="377">35</cx:pt>
          <cx:pt idx="378">30.5</cx:pt>
          <cx:pt idx="379">43.5</cx:pt>
          <cx:pt idx="380">44.5</cx:pt>
          <cx:pt idx="381">43</cx:pt>
          <cx:pt idx="382">60</cx:pt>
          <cx:pt idx="383">60</cx:pt>
          <cx:pt idx="384">28</cx:pt>
          <cx:pt idx="385">59</cx:pt>
          <cx:pt idx="386">54.5</cx:pt>
          <cx:pt idx="387">26.5</cx:pt>
          <cx:pt idx="388">61</cx:pt>
          <cx:pt idx="389">36</cx:pt>
          <cx:pt idx="390">31</cx:pt>
          <cx:pt idx="391">26</cx:pt>
          <cx:pt idx="392">52</cx:pt>
          <cx:pt idx="393">64.5</cx:pt>
          <cx:pt idx="394">22.5</cx:pt>
          <cx:pt idx="395">19.5</cx:pt>
          <cx:pt idx="396">36.5</cx:pt>
          <cx:pt idx="397">49.5</cx:pt>
          <cx:pt idx="398">49.5</cx:pt>
          <cx:pt idx="399">23.5</cx:pt>
          <cx:pt idx="400">20</cx:pt>
          <cx:pt idx="401">44</cx:pt>
          <cx:pt idx="402">36</cx:pt>
          <cx:pt idx="403">50</cx:pt>
          <cx:pt idx="404">21</cx:pt>
          <cx:pt idx="405">54.5</cx:pt>
          <cx:pt idx="406">56</cx:pt>
          <cx:pt idx="407">32</cx:pt>
          <cx:pt idx="408">22</cx:pt>
          <cx:pt idx="409">50</cx:pt>
          <cx:pt idx="410">29.5</cx:pt>
          <cx:pt idx="411">45.5</cx:pt>
          <cx:pt idx="412">18.5</cx:pt>
          <cx:pt idx="413">21.5</cx:pt>
          <cx:pt idx="414">27.5</cx:pt>
          <cx:pt idx="415">38</cx:pt>
          <cx:pt idx="416">37.5</cx:pt>
          <cx:pt idx="417">41.5</cx:pt>
          <cx:pt idx="418">47</cx:pt>
          <cx:pt idx="419">44</cx:pt>
          <cx:pt idx="420">29.5</cx:pt>
          <cx:pt idx="421">24.5</cx:pt>
          <cx:pt idx="422">37</cx:pt>
          <cx:pt idx="423">64.5</cx:pt>
          <cx:pt idx="424">53</cx:pt>
          <cx:pt idx="425">39</cx:pt>
          <cx:pt idx="426">63.5</cx:pt>
          <cx:pt idx="427">37.5</cx:pt>
          <cx:pt idx="428">49</cx:pt>
          <cx:pt idx="429">55</cx:pt>
          <cx:pt idx="430">22.5</cx:pt>
          <cx:pt idx="431">20.5</cx:pt>
          <cx:pt idx="432">53</cx:pt>
          <cx:pt idx="433">29</cx:pt>
          <cx:pt idx="434">21</cx:pt>
          <cx:pt idx="435">52</cx:pt>
          <cx:pt idx="436">52.5</cx:pt>
          <cx:pt idx="437">30</cx:pt>
          <cx:pt idx="438">27.5</cx:pt>
          <cx:pt idx="439">56.5</cx:pt>
          <cx:pt idx="440">32.5</cx:pt>
          <cx:pt idx="441">28</cx:pt>
          <cx:pt idx="442">37.5</cx:pt>
          <cx:pt idx="443">56.5</cx:pt>
          <cx:pt idx="444">30</cx:pt>
          <cx:pt idx="445">25.5</cx:pt>
          <cx:pt idx="446">49.5</cx:pt>
          <cx:pt idx="447">28.5</cx:pt>
          <cx:pt idx="448">26</cx:pt>
          <cx:pt idx="449">50</cx:pt>
          <cx:pt idx="450">48</cx:pt>
          <cx:pt idx="451">24.5</cx:pt>
          <cx:pt idx="452">26.5</cx:pt>
          <cx:pt idx="453">45.5</cx:pt>
          <cx:pt idx="454">47</cx:pt>
          <cx:pt idx="455">21.5</cx:pt>
          <cx:pt idx="456">18.5</cx:pt>
          <cx:pt idx="457">59</cx:pt>
          <cx:pt idx="458">28.5</cx:pt>
          <cx:pt idx="459">48</cx:pt>
          <cx:pt idx="460">20.5</cx:pt>
          <cx:pt idx="461">58</cx:pt>
          <cx:pt idx="462">32.5</cx:pt>
          <cx:pt idx="463">27.5</cx:pt>
          <cx:pt idx="464">59.5</cx:pt>
          <cx:pt idx="465">63</cx:pt>
          <cx:pt idx="466">36.5</cx:pt>
          <cx:pt idx="467">22</cx:pt>
          <cx:pt idx="468">39.5</cx:pt>
          <cx:pt idx="469">42.5</cx:pt>
          <cx:pt idx="470">19.5</cx:pt>
          <cx:pt idx="471">50.5</cx:pt>
          <cx:pt idx="472">52.5</cx:pt>
          <cx:pt idx="473">26.5</cx:pt>
          <cx:pt idx="474">40</cx:pt>
          <cx:pt idx="475">49</cx:pt>
          <cx:pt idx="476">25</cx:pt>
          <cx:pt idx="477">62.5</cx:pt>
          <cx:pt idx="478">62</cx:pt>
          <cx:pt idx="479">57.5</cx:pt>
          <cx:pt idx="480">36.5</cx:pt>
          <cx:pt idx="481">28.5</cx:pt>
          <cx:pt idx="482">62</cx:pt>
          <cx:pt idx="483">60</cx:pt>
          <cx:pt idx="484">58</cx:pt>
          <cx:pt idx="485">35</cx:pt>
          <cx:pt idx="486">26</cx:pt>
          <cx:pt idx="487">29</cx:pt>
          <cx:pt idx="488">46</cx:pt>
          <cx:pt idx="489">23</cx:pt>
          <cx:pt idx="490">61</cx:pt>
          <cx:pt idx="491">61</cx:pt>
          <cx:pt idx="492">35</cx:pt>
          <cx:pt idx="493">58.5</cx:pt>
          <cx:pt idx="494">58.5</cx:pt>
          <cx:pt idx="495">43</cx:pt>
          <cx:pt idx="496">46.5</cx:pt>
          <cx:pt idx="497">22.5</cx:pt>
          <cx:pt idx="498">31.5</cx:pt>
          <cx:pt idx="499">34</cx:pt>
          <cx:pt idx="500">28</cx:pt>
          <cx:pt idx="501">44</cx:pt>
          <cx:pt idx="502">44.5</cx:pt>
          <cx:pt idx="503">50</cx:pt>
          <cx:pt idx="504">29.5</cx:pt>
          <cx:pt idx="505">50.5</cx:pt>
          <cx:pt idx="506">19.5</cx:pt>
          <cx:pt idx="507">36.5</cx:pt>
          <cx:pt idx="508">62.5</cx:pt>
          <cx:pt idx="509">62.5</cx:pt>
          <cx:pt idx="510">36</cx:pt>
          <cx:pt idx="511">50.5</cx:pt>
          <cx:pt idx="512">50.5</cx:pt>
          <cx:pt idx="513">48</cx:pt>
          <cx:pt idx="514">61</cx:pt>
          <cx:pt idx="515">39</cx:pt>
          <cx:pt idx="516">49.5</cx:pt>
          <cx:pt idx="517">28.5</cx:pt>
          <cx:pt idx="518">26</cx:pt>
          <cx:pt idx="519">56</cx:pt>
          <cx:pt idx="520">30.5</cx:pt>
          <cx:pt idx="521">52.5</cx:pt>
          <cx:pt idx="522">27.5</cx:pt>
          <cx:pt idx="523">63</cx:pt>
          <cx:pt idx="524">55.5</cx:pt>
          <cx:pt idx="525">61.5</cx:pt>
          <cx:pt idx="526">64.5</cx:pt>
          <cx:pt idx="527">57.5</cx:pt>
          <cx:pt idx="528">62</cx:pt>
          <cx:pt idx="529">30</cx:pt>
          <cx:pt idx="530">63</cx:pt>
          <cx:pt idx="531">41.5</cx:pt>
          <cx:pt idx="532">43.5</cx:pt>
          <cx:pt idx="533">49.5</cx:pt>
          <cx:pt idx="534">33.5</cx:pt>
          <cx:pt idx="535">23</cx:pt>
          <cx:pt idx="536">47</cx:pt>
          <cx:pt idx="537">27</cx:pt>
          <cx:pt idx="538">21</cx:pt>
          <cx:pt idx="539">43.5</cx:pt>
          <cx:pt idx="540">23.5</cx:pt>
          <cx:pt idx="541">43.5</cx:pt>
          <cx:pt idx="542">40</cx:pt>
          <cx:pt idx="543">36.5</cx:pt>
          <cx:pt idx="544">46</cx:pt>
          <cx:pt idx="545">41.5</cx:pt>
          <cx:pt idx="546">26.5</cx:pt>
          <cx:pt idx="547">32</cx:pt>
          <cx:pt idx="548">29</cx:pt>
          <cx:pt idx="549">58</cx:pt>
          <cx:pt idx="550">52</cx:pt>
          <cx:pt idx="551">33</cx:pt>
          <cx:pt idx="552">27.5</cx:pt>
          <cx:pt idx="553">63</cx:pt>
          <cx:pt idx="554">58</cx:pt>
          <cx:pt idx="555">33.5</cx:pt>
          <cx:pt idx="556">30</cx:pt>
          <cx:pt idx="557">59</cx:pt>
          <cx:pt idx="558">46.5</cx:pt>
          <cx:pt idx="559">50</cx:pt>
          <cx:pt idx="560">48.5</cx:pt>
          <cx:pt idx="561">54</cx:pt>
          <cx:pt idx="562">52.5</cx:pt>
          <cx:pt idx="563">51.5</cx:pt>
          <cx:pt idx="564">56</cx:pt>
          <cx:pt idx="565">32.5</cx:pt>
          <cx:pt idx="566">59</cx:pt>
          <cx:pt idx="567">34</cx:pt>
          <cx:pt idx="568">26.5</cx:pt>
          <cx:pt idx="569">28</cx:pt>
          <cx:pt idx="570">59</cx:pt>
          <cx:pt idx="571">58</cx:pt>
          <cx:pt idx="572">50.5</cx:pt>
          <cx:pt idx="573">45</cx:pt>
          <cx:pt idx="574">19.5</cx:pt>
          <cx:pt idx="575">47.5</cx:pt>
          <cx:pt idx="576">59.5</cx:pt>
          <cx:pt idx="577">27.5</cx:pt>
          <cx:pt idx="578">64.5</cx:pt>
          <cx:pt idx="579">61.5</cx:pt>
          <cx:pt idx="580">36.5</cx:pt>
          <cx:pt idx="581">49</cx:pt>
          <cx:pt idx="582">49.5</cx:pt>
          <cx:pt idx="583">41</cx:pt>
          <cx:pt idx="584">25</cx:pt>
          <cx:pt idx="585">55.5</cx:pt>
          <cx:pt idx="586">48</cx:pt>
          <cx:pt idx="587">52</cx:pt>
          <cx:pt idx="588">27</cx:pt>
          <cx:pt idx="589">48</cx:pt>
          <cx:pt idx="590">41.5</cx:pt>
          <cx:pt idx="591">22</cx:pt>
          <cx:pt idx="592">37</cx:pt>
          <cx:pt idx="593">51.5</cx:pt>
          <cx:pt idx="594">46</cx:pt>
          <cx:pt idx="595">21.5</cx:pt>
          <cx:pt idx="596">62.5</cx:pt>
          <cx:pt idx="597">43.5</cx:pt>
          <cx:pt idx="598">56.5</cx:pt>
          <cx:pt idx="599">59</cx:pt>
          <cx:pt idx="600">30</cx:pt>
          <cx:pt idx="601">25.5</cx:pt>
          <cx:pt idx="602">57</cx:pt>
          <cx:pt idx="603">30</cx:pt>
          <cx:pt idx="604">64.5</cx:pt>
          <cx:pt idx="605">56.5</cx:pt>
          <cx:pt idx="606">37</cx:pt>
          <cx:pt idx="607">27</cx:pt>
          <cx:pt idx="608">20.5</cx:pt>
          <cx:pt idx="609">44.5</cx:pt>
          <cx:pt idx="610">51</cx:pt>
          <cx:pt idx="611">59.5</cx:pt>
          <cx:pt idx="612">50</cx:pt>
          <cx:pt idx="613">48.5</cx:pt>
          <cx:pt idx="614">28.5</cx:pt>
          <cx:pt idx="615">36.5</cx:pt>
          <cx:pt idx="616">44.5</cx:pt>
          <cx:pt idx="617">48.5</cx:pt>
          <cx:pt idx="618">21</cx:pt>
          <cx:pt idx="619">46</cx:pt>
          <cx:pt idx="620">52</cx:pt>
          <cx:pt idx="621">55</cx:pt>
          <cx:pt idx="622">57</cx:pt>
          <cx:pt idx="623">31</cx:pt>
          <cx:pt idx="624">61</cx:pt>
          <cx:pt idx="625">40</cx:pt>
          <cx:pt idx="626">38</cx:pt>
          <cx:pt idx="627">47</cx:pt>
          <cx:pt idx="628">44.5</cx:pt>
          <cx:pt idx="629">23.5</cx:pt>
          <cx:pt idx="630">52</cx:pt>
          <cx:pt idx="631">28</cx:pt>
          <cx:pt idx="632">64.5</cx:pt>
          <cx:pt idx="633">65</cx:pt>
          <cx:pt idx="634">42.5</cx:pt>
          <cx:pt idx="635">33.5</cx:pt>
          <cx:pt idx="636">30.5</cx:pt>
          <cx:pt idx="637">25.5</cx:pt>
          <cx:pt idx="638">48.5</cx:pt>
          <cx:pt idx="639">46</cx:pt>
          <cx:pt idx="640">19</cx:pt>
          <cx:pt idx="641">49</cx:pt>
          <cx:pt idx="642">30</cx:pt>
          <cx:pt idx="643">25.5</cx:pt>
          <cx:pt idx="644">42.5</cx:pt>
          <cx:pt idx="645">40.5</cx:pt>
          <cx:pt idx="646">60.5</cx:pt>
          <cx:pt idx="647">52.5</cx:pt>
          <cx:pt idx="648">57</cx:pt>
          <cx:pt idx="649">62.5</cx:pt>
          <cx:pt idx="650">50</cx:pt>
          <cx:pt idx="651">23.5</cx:pt>
          <cx:pt idx="652">43.5</cx:pt>
          <cx:pt idx="653">23</cx:pt>
          <cx:pt idx="654">31.5</cx:pt>
          <cx:pt idx="655">48</cx:pt>
          <cx:pt idx="656">48.5</cx:pt>
          <cx:pt idx="657">65</cx:pt>
          <cx:pt idx="658">64</cx:pt>
          <cx:pt idx="659">51</cx:pt>
          <cx:pt idx="660">53</cx:pt>
          <cx:pt idx="661">64</cx:pt>
          <cx:pt idx="662">33.5</cx:pt>
          <cx:pt idx="663">32.5</cx:pt>
          <cx:pt idx="664">43.5</cx:pt>
          <cx:pt idx="665">49.5</cx:pt>
          <cx:pt idx="666">20</cx:pt>
          <cx:pt idx="667">44</cx:pt>
          <cx:pt idx="668">22.5</cx:pt>
          <cx:pt idx="669">49</cx:pt>
          <cx:pt idx="670">26</cx:pt>
          <cx:pt idx="671">60</cx:pt>
          <cx:pt idx="672">38</cx:pt>
          <cx:pt idx="673">54.5</cx:pt>
          <cx:pt idx="674">29</cx:pt>
          <cx:pt idx="675">58</cx:pt>
          <cx:pt idx="676">31</cx:pt>
          <cx:pt idx="677">61.5</cx:pt>
          <cx:pt idx="678">55.5</cx:pt>
          <cx:pt idx="679">27.5</cx:pt>
          <cx:pt idx="680">26</cx:pt>
          <cx:pt idx="681">53</cx:pt>
          <cx:pt idx="682">52</cx:pt>
          <cx:pt idx="683">30</cx:pt>
          <cx:pt idx="684">62</cx:pt>
          <cx:pt idx="685">65</cx:pt>
          <cx:pt idx="686">65</cx:pt>
          <cx:pt idx="687">32</cx:pt>
          <cx:pt idx="688">51.5</cx:pt>
          <cx:pt idx="689">29.5</cx:pt>
          <cx:pt idx="690">54</cx:pt>
          <cx:pt idx="691">45.5</cx:pt>
          <cx:pt idx="692">26</cx:pt>
          <cx:pt idx="693">26</cx:pt>
          <cx:pt idx="694">22</cx:pt>
          <cx:pt idx="695">62.5</cx:pt>
          <cx:pt idx="696">36.5</cx:pt>
          <cx:pt idx="697">40</cx:pt>
          <cx:pt idx="698">47</cx:pt>
          <cx:pt idx="699">22</cx:pt>
          <cx:pt idx="700">43.5</cx:pt>
          <cx:pt idx="701">41</cx:pt>
          <cx:pt idx="702">55.5</cx:pt>
          <cx:pt idx="703">55.5</cx:pt>
          <cx:pt idx="704">30</cx:pt>
          <cx:pt idx="705">57.5</cx:pt>
          <cx:pt idx="706">31</cx:pt>
          <cx:pt idx="707">55.5</cx:pt>
          <cx:pt idx="708">53</cx:pt>
          <cx:pt idx="709">26.5</cx:pt>
          <cx:pt idx="710">40</cx:pt>
          <cx:pt idx="711">20.5</cx:pt>
          <cx:pt idx="712">54.5</cx:pt>
          <cx:pt idx="713">54.5</cx:pt>
          <cx:pt idx="714">58</cx:pt>
          <cx:pt idx="715">46.5</cx:pt>
          <cx:pt idx="716">26</cx:pt>
          <cx:pt idx="717">43.5</cx:pt>
          <cx:pt idx="718">36</cx:pt>
          <cx:pt idx="719">36.5</cx:pt>
          <cx:pt idx="720">64</cx:pt>
          <cx:pt idx="721">31</cx:pt>
          <cx:pt idx="722">43</cx:pt>
          <cx:pt idx="723">43</cx:pt>
          <cx:pt idx="724">22.5</cx:pt>
          <cx:pt idx="725">61.5</cx:pt>
          <cx:pt idx="726">34.5</cx:pt>
          <cx:pt idx="727">54</cx:pt>
          <cx:pt idx="728">32</cx:pt>
          <cx:pt idx="729">27.5</cx:pt>
          <cx:pt idx="730">45</cx:pt>
          <cx:pt idx="731">65</cx:pt>
          <cx:pt idx="732">64.5</cx:pt>
          <cx:pt idx="733">57.5</cx:pt>
          <cx:pt idx="734">59</cx:pt>
          <cx:pt idx="735">33.5</cx:pt>
          <cx:pt idx="736">56.5</cx:pt>
          <cx:pt idx="737">25.5</cx:pt>
          <cx:pt idx="738">38</cx:pt>
          <cx:pt idx="739">63</cx:pt>
          <cx:pt idx="740">38.5</cx:pt>
          <cx:pt idx="741">30.5</cx:pt>
          <cx:pt idx="742">50.5</cx:pt>
          <cx:pt idx="743">22</cx:pt>
          <cx:pt idx="744">39</cx:pt>
          <cx:pt idx="745">43.5</cx:pt>
          <cx:pt idx="746">64.5</cx:pt>
          <cx:pt idx="747">64</cx:pt>
          <cx:pt idx="748">33</cx:pt>
          <cx:pt idx="749">61.5</cx:pt>
          <cx:pt idx="750">57.5</cx:pt>
          <cx:pt idx="751">44</cx:pt>
          <cx:pt idx="752">21.5</cx:pt>
          <cx:pt idx="753">57.5</cx:pt>
          <cx:pt idx="754">35.5</cx:pt>
          <cx:pt idx="755">46</cx:pt>
          <cx:pt idx="756">26</cx:pt>
          <cx:pt idx="757">50.5</cx:pt>
          <cx:pt idx="758">57</cx:pt>
          <cx:pt idx="759">59</cx:pt>
          <cx:pt idx="760">27</cx:pt>
          <cx:pt idx="761">52</cx:pt>
          <cx:pt idx="762">23.5</cx:pt>
          <cx:pt idx="763">53.5</cx:pt>
          <cx:pt idx="764">28</cx:pt>
          <cx:pt idx="765">30.5</cx:pt>
          <cx:pt idx="766">62.5</cx:pt>
          <cx:pt idx="767">37</cx:pt>
          <cx:pt idx="768">54.5</cx:pt>
          <cx:pt idx="769">30</cx:pt>
          <cx:pt idx="770">37</cx:pt>
          <cx:pt idx="771">62.5</cx:pt>
          <cx:pt idx="772">44.5</cx:pt>
          <cx:pt idx="773">22.5</cx:pt>
          <cx:pt idx="774">34.5</cx:pt>
          <cx:pt idx="775">54</cx:pt>
          <cx:pt idx="776">58.5</cx:pt>
          <cx:pt idx="777">32</cx:pt>
          <cx:pt idx="778">54.5</cx:pt>
          <cx:pt idx="779">29.5</cx:pt>
          <cx:pt idx="780">58.5</cx:pt>
          <cx:pt idx="781">28.5</cx:pt>
          <cx:pt idx="782">44</cx:pt>
          <cx:pt idx="783">43.5</cx:pt>
          <cx:pt idx="784">23</cx:pt>
          <cx:pt idx="785">38.5</cx:pt>
          <cx:pt idx="786">39.5</cx:pt>
          <cx:pt idx="787">43</cx:pt>
          <cx:pt idx="788">43</cx:pt>
          <cx:pt idx="789">23</cx:pt>
          <cx:pt idx="790">47.5</cx:pt>
          <cx:pt idx="791">48</cx:pt>
          <cx:pt idx="792">23.5</cx:pt>
          <cx:pt idx="793">34.5</cx:pt>
          <cx:pt idx="794">61</cx:pt>
          <cx:pt idx="795">56</cx:pt>
          <cx:pt idx="796">29.5</cx:pt>
          <cx:pt idx="797">60</cx:pt>
          <cx:pt idx="798">63.5</cx:pt>
          <cx:pt idx="799">35</cx:pt>
          <cx:pt idx="800">30</cx:pt>
          <cx:pt idx="801">39.5</cx:pt>
          <cx:pt idx="802">19</cx:pt>
          <cx:pt idx="803">53.5</cx:pt>
          <cx:pt idx="804">51.5</cx:pt>
          <cx:pt idx="805">27</cx:pt>
          <cx:pt idx="806">54</cx:pt>
          <cx:pt idx="807">41</cx:pt>
          <cx:pt idx="808">53</cx:pt>
          <cx:pt idx="809">19</cx:pt>
          <cx:pt idx="810">22.5</cx:pt>
          <cx:pt idx="811">56</cx:pt>
          <cx:pt idx="812">37</cx:pt>
          <cx:pt idx="813">60.5</cx:pt>
          <cx:pt idx="814">59.5</cx:pt>
          <cx:pt idx="815">35</cx:pt>
          <cx:pt idx="816">41</cx:pt>
          <cx:pt idx="817">43</cx:pt>
          <cx:pt idx="818">23</cx:pt>
          <cx:pt idx="819">42</cx:pt>
          <cx:pt idx="820">39</cx:pt>
          <cx:pt idx="821">55</cx:pt>
          <cx:pt idx="822">51</cx:pt>
          <cx:pt idx="823">27.5</cx:pt>
          <cx:pt idx="824">25.5</cx:pt>
          <cx:pt idx="825">64.5</cx:pt>
          <cx:pt idx="826">43.5</cx:pt>
          <cx:pt idx="827">45</cx:pt>
          <cx:pt idx="828">20</cx:pt>
          <cx:pt idx="829">63</cx:pt>
          <cx:pt idx="830">59.5</cx:pt>
          <cx:pt idx="831">58.5</cx:pt>
          <cx:pt idx="832">33</cx:pt>
          <cx:pt idx="833">61</cx:pt>
          <cx:pt idx="834">38</cx:pt>
          <cx:pt idx="835">19</cx:pt>
          <cx:pt idx="836">28</cx:pt>
          <cx:pt idx="837">32.5</cx:pt>
          <cx:pt idx="838">42</cx:pt>
          <cx:pt idx="839">56.5</cx:pt>
          <cx:pt idx="840">34</cx:pt>
          <cx:pt idx="841">56.5</cx:pt>
          <cx:pt idx="842">36</cx:pt>
          <cx:pt idx="843">31</cx:pt>
          <cx:pt idx="844">51.5</cx:pt>
          <cx:pt idx="845">19</cx:pt>
          <cx:pt idx="846">53.5</cx:pt>
          <cx:pt idx="847">30.5</cx:pt>
          <cx:pt idx="848">47.5</cx:pt>
          <cx:pt idx="849">48.5</cx:pt>
          <cx:pt idx="850">22</cx:pt>
          <cx:pt idx="851">35.5</cx:pt>
          <cx:pt idx="852">60</cx:pt>
          <cx:pt idx="853">51.5</cx:pt>
          <cx:pt idx="854">20</cx:pt>
          <cx:pt idx="855">47</cx:pt>
          <cx:pt idx="856">45.5</cx:pt>
          <cx:pt idx="857">20.5</cx:pt>
          <cx:pt idx="858">57</cx:pt>
          <cx:pt idx="859">25.5</cx:pt>
          <cx:pt idx="860">19.5</cx:pt>
          <cx:pt idx="861">47</cx:pt>
          <cx:pt idx="862">24.5</cx:pt>
          <cx:pt idx="863">29</cx:pt>
          <cx:pt idx="864">40</cx:pt>
          <cx:pt idx="865">43.5</cx:pt>
          <cx:pt idx="866">21</cx:pt>
          <cx:pt idx="867">58</cx:pt>
          <cx:pt idx="868">61</cx:pt>
          <cx:pt idx="869">27.5</cx:pt>
          <cx:pt idx="870">58</cx:pt>
          <cx:pt idx="871">64.5</cx:pt>
          <cx:pt idx="872">32</cx:pt>
          <cx:pt idx="873">31</cx:pt>
          <cx:pt idx="874">45</cx:pt>
          <cx:pt idx="875">21</cx:pt>
          <cx:pt idx="876">53</cx:pt>
          <cx:pt idx="877">53.5</cx:pt>
          <cx:pt idx="878">19</cx:pt>
          <cx:pt idx="879">56.5</cx:pt>
          <cx:pt idx="880">36</cx:pt>
          <cx:pt idx="881">32.5</cx:pt>
          <cx:pt idx="882">27.5</cx:pt>
          <cx:pt idx="883">36</cx:pt>
          <cx:pt idx="884">35</cx:pt>
          <cx:pt idx="885">35</cx:pt>
          <cx:pt idx="886">50.5</cx:pt>
          <cx:pt idx="887">28</cx:pt>
          <cx:pt idx="888">27</cx:pt>
          <cx:pt idx="889">63</cx:pt>
          <cx:pt idx="890">62</cx:pt>
          <cx:pt idx="891">34</cx:pt>
          <cx:pt idx="892">55.5</cx:pt>
          <cx:pt idx="893">33.5</cx:pt>
          <cx:pt idx="894">23</cx:pt>
          <cx:pt idx="895">47</cx:pt>
          <cx:pt idx="896">44.5</cx:pt>
          <cx:pt idx="897">28</cx:pt>
          <cx:pt idx="898">25.5</cx:pt>
          <cx:pt idx="899">46</cx:pt>
          <cx:pt idx="900">43.5</cx:pt>
          <cx:pt idx="901">44</cx:pt>
          <cx:pt idx="902">20.5</cx:pt>
          <cx:pt idx="903">41.5</cx:pt>
          <cx:pt idx="904">43.5</cx:pt>
          <cx:pt idx="905">53</cx:pt>
          <cx:pt idx="906">45</cx:pt>
          <cx:pt idx="907">50</cx:pt>
          <cx:pt idx="908">64</cx:pt>
          <cx:pt idx="909">32</cx:pt>
          <cx:pt idx="910">58.5</cx:pt>
          <cx:pt idx="911">23</cx:pt>
          <cx:pt idx="912">52</cx:pt>
          <cx:pt idx="913">58</cx:pt>
          <cx:pt idx="914">58.5</cx:pt>
          <cx:pt idx="915">34.5</cx:pt>
          <cx:pt idx="916">30</cx:pt>
          <cx:pt idx="917">47</cx:pt>
          <cx:pt idx="918">32</cx:pt>
          <cx:pt idx="919">63.5</cx:pt>
          <cx:pt idx="920">44</cx:pt>
          <cx:pt idx="921">53.5</cx:pt>
          <cx:pt idx="922">22.5</cx:pt>
          <cx:pt idx="923">19</cx:pt>
          <cx:pt idx="924">62</cx:pt>
          <cx:pt idx="925">37</cx:pt>
          <cx:pt idx="926">42</cx:pt>
          <cx:pt idx="927">43.5</cx:pt>
          <cx:pt idx="928">48</cx:pt>
          <cx:pt idx="929">26</cx:pt>
          <cx:pt idx="930">58</cx:pt>
          <cx:pt idx="931">38</cx:pt>
          <cx:pt idx="932">54.5</cx:pt>
          <cx:pt idx="933">31.5</cx:pt>
          <cx:pt idx="934">26</cx:pt>
          <cx:pt idx="935">27</cx:pt>
          <cx:pt idx="936">35.5</cx:pt>
          <cx:pt idx="937">42</cx:pt>
          <cx:pt idx="938">43.5</cx:pt>
          <cx:pt idx="939">22.5</cx:pt>
          <cx:pt idx="940">49.5</cx:pt>
          <cx:pt idx="941">29.5</cx:pt>
          <cx:pt idx="942">28</cx:pt>
          <cx:pt idx="943">56</cx:pt>
          <cx:pt idx="944">54</cx:pt>
          <cx:pt idx="945">38.5</cx:pt>
          <cx:pt idx="946">25.5</cx:pt>
          <cx:pt idx="947">54</cx:pt>
          <cx:pt idx="948">58.5</cx:pt>
          <cx:pt idx="949">27</cx:pt>
          <cx:pt idx="950">55.5</cx:pt>
          <cx:pt idx="951">52.5</cx:pt>
          <cx:pt idx="952">56</cx:pt>
          <cx:pt idx="953">20.5</cx:pt>
          <cx:pt idx="954">55.5</cx:pt>
          <cx:pt idx="955">61</cx:pt>
          <cx:pt idx="956">30.5</cx:pt>
          <cx:pt idx="957">64.5</cx:pt>
          <cx:pt idx="958">61.5</cx:pt>
          <cx:pt idx="959">62</cx:pt>
          <cx:pt idx="960">61</cx:pt>
          <cx:pt idx="961">35.5</cx:pt>
          <cx:pt idx="962">32.5</cx:pt>
          <cx:pt idx="963">55</cx:pt>
          <cx:pt idx="964">55</cx:pt>
          <cx:pt idx="965">24</cx:pt>
          <cx:pt idx="966">59.5</cx:pt>
          <cx:pt idx="967">58.5</cx:pt>
          <cx:pt idx="968">23.5</cx:pt>
          <cx:pt idx="969">21</cx:pt>
          <cx:pt idx="970">63</cx:pt>
          <cx:pt idx="971">41</cx:pt>
          <cx:pt idx="972">32</cx:pt>
          <cx:pt idx="973">29</cx:pt>
          <cx:pt idx="974">50.5</cx:pt>
          <cx:pt idx="975">61.5</cx:pt>
          <cx:pt idx="976">56</cx:pt>
          <cx:pt idx="977">36.5</cx:pt>
          <cx:pt idx="978">32.5</cx:pt>
          <cx:pt idx="979">29</cx:pt>
          <cx:pt idx="980">51</cx:pt>
          <cx:pt idx="981">52</cx:pt>
          <cx:pt idx="982">19</cx:pt>
          <cx:pt idx="983">28</cx:pt>
          <cx:pt idx="984">44.5</cx:pt>
          <cx:pt idx="985">44.5</cx:pt>
          <cx:pt idx="986">23</cx:pt>
          <cx:pt idx="987">21.5</cx:pt>
          <cx:pt idx="988">23.5</cx:pt>
          <cx:pt idx="989">55.5</cx:pt>
          <cx:pt idx="990">50</cx:pt>
          <cx:pt idx="991">47</cx:pt>
          <cx:pt idx="992">26</cx:pt>
          <cx:pt idx="993">24</cx:pt>
          <cx:pt idx="994">22.5</cx:pt>
          <cx:pt idx="995">42</cx:pt>
          <cx:pt idx="996">40</cx:pt>
          <cx:pt idx="997">38</cx:pt>
          <cx:pt idx="998">35.5</cx:pt>
          <cx:pt idx="999">20</cx:pt>
          <cx:pt idx="1000">39</cx:pt>
          <cx:pt idx="1001">62</cx:pt>
          <cx:pt idx="1002">55.5</cx:pt>
          <cx:pt idx="1003">36</cx:pt>
          <cx:pt idx="1004">34.5</cx:pt>
          <cx:pt idx="1005">32.5</cx:pt>
          <cx:pt idx="1006">29.5</cx:pt>
          <cx:pt idx="1007">25.5</cx:pt>
          <cx:pt idx="1008">35.5</cx:pt>
          <cx:pt idx="1009">19</cx:pt>
          <cx:pt idx="1010">51.5</cx:pt>
          <cx:pt idx="1011">48.5</cx:pt>
          <cx:pt idx="1012">28</cx:pt>
          <cx:pt idx="1013">26</cx:pt>
          <cx:pt idx="1014">23</cx:pt>
          <cx:pt idx="1015">47.5</cx:pt>
          <cx:pt idx="1016">46.5</cx:pt>
          <cx:pt idx="1017">37.5</cx:pt>
          <cx:pt idx="1018">34</cx:pt>
          <cx:pt idx="1019">63.5</cx:pt>
          <cx:pt idx="1020">39.5</cx:pt>
          <cx:pt idx="1021">61.5</cx:pt>
          <cx:pt idx="1022">34</cx:pt>
          <cx:pt idx="1023">29</cx:pt>
          <cx:pt idx="1024">47</cx:pt>
          <cx:pt idx="1025">42</cx:pt>
          <cx:pt idx="1026">22</cx:pt>
          <cx:pt idx="1027">20</cx:pt>
          <cx:pt idx="1028">43</cx:pt>
          <cx:pt idx="1029">46.5</cx:pt>
          <cx:pt idx="1030">42.5</cx:pt>
          <cx:pt idx="1031">43.5</cx:pt>
          <cx:pt idx="1032">43.5</cx:pt>
          <cx:pt idx="1033">19</cx:pt>
          <cx:pt idx="1034">40</cx:pt>
          <cx:pt idx="1035">46</cx:pt>
          <cx:pt idx="1036">42</cx:pt>
          <cx:pt idx="1037">42</cx:pt>
          <cx:pt idx="1038">21.5</cx:pt>
          <cx:pt idx="1039">20</cx:pt>
          <cx:pt idx="1040">24.5</cx:pt>
          <cx:pt idx="1041">40.5</cx:pt>
          <cx:pt idx="1042">49</cx:pt>
          <cx:pt idx="1043">21.5</cx:pt>
          <cx:pt idx="1044">36</cx:pt>
          <cx:pt idx="1045">54.5</cx:pt>
          <cx:pt idx="1046">51.5</cx:pt>
          <cx:pt idx="1047">50.5</cx:pt>
          <cx:pt idx="1048">60.5</cx:pt>
          <cx:pt idx="1049">63.5</cx:pt>
          <cx:pt idx="1050">64</cx:pt>
          <cx:pt idx="1051">35</cx:pt>
          <cx:pt idx="1052">61.5</cx:pt>
          <cx:pt idx="1053">58</cx:pt>
          <cx:pt idx="1054">36.5</cx:pt>
          <cx:pt idx="1055">35.5</cx:pt>
          <cx:pt idx="1056">26</cx:pt>
          <cx:pt idx="1057">51</cx:pt>
          <cx:pt idx="1058">49.5</cx:pt>
          <cx:pt idx="1059">22.5</cx:pt>
          <cx:pt idx="1060">22.5</cx:pt>
          <cx:pt idx="1061">36.5</cx:pt>
          <cx:pt idx="1062">39.5</cx:pt>
          <cx:pt idx="1063">55</cx:pt>
          <cx:pt idx="1064">53.5</cx:pt>
          <cx:pt idx="1065">25</cx:pt>
          <cx:pt idx="1066">23</cx:pt>
          <cx:pt idx="1067">50.5</cx:pt>
          <cx:pt idx="1068">48.5</cx:pt>
          <cx:pt idx="1069">45</cx:pt>
          <cx:pt idx="1070">21.5</cx:pt>
          <cx:pt idx="1071">20</cx:pt>
          <cx:pt idx="1072">46</cx:pt>
          <cx:pt idx="1073">40.5</cx:pt>
          <cx:pt idx="1074">21</cx:pt>
          <cx:pt idx="1075">19.5</cx:pt>
          <cx:pt idx="1076">63</cx:pt>
          <cx:pt idx="1077">51.5</cx:pt>
          <cx:pt idx="1078">32</cx:pt>
          <cx:pt idx="1079">49.5</cx:pt>
          <cx:pt idx="1080">43.5</cx:pt>
          <cx:pt idx="1081">23.5</cx:pt>
          <cx:pt idx="1082">21.5</cx:pt>
          <cx:pt idx="1083">43.5</cx:pt>
          <cx:pt idx="1084">42.5</cx:pt>
          <cx:pt idx="1085">20</cx:pt>
          <cx:pt idx="1086">53</cx:pt>
          <cx:pt idx="1087">20</cx:pt>
          <cx:pt idx="1088">44</cx:pt>
          <cx:pt idx="1089">39</cx:pt>
          <cx:pt idx="1090">21</cx:pt>
          <cx:pt idx="1091">19</cx:pt>
          <cx:pt idx="1092">45</cx:pt>
          <cx:pt idx="1093">56</cx:pt>
          <cx:pt idx="1094">53.5</cx:pt>
          <cx:pt idx="1095">41</cx:pt>
          <cx:pt idx="1096">25</cx:pt>
          <cx:pt idx="1097">23</cx:pt>
          <cx:pt idx="1098">61.5</cx:pt>
          <cx:pt idx="1099">37</cx:pt>
          <cx:pt idx="1100">53.5</cx:pt>
          <cx:pt idx="1101">50.5</cx:pt>
          <cx:pt idx="1102">45</cx:pt>
          <cx:pt idx="1103">44</cx:pt>
          <cx:pt idx="1104">24.5</cx:pt>
          <cx:pt idx="1105">22.5</cx:pt>
          <cx:pt idx="1106">21.5</cx:pt>
          <cx:pt idx="1107">23</cx:pt>
          <cx:pt idx="1108">44.5</cx:pt>
          <cx:pt idx="1109">47</cx:pt>
          <cx:pt idx="1110">22.5</cx:pt>
          <cx:pt idx="1111">20</cx:pt>
          <cx:pt idx="1112">41.5</cx:pt>
          <cx:pt idx="1113">53.5</cx:pt>
          <cx:pt idx="1114">47.5</cx:pt>
          <cx:pt idx="1115">25.5</cx:pt>
          <cx:pt idx="1116">19</cx:pt>
          <cx:pt idx="1117">51</cx:pt>
          <cx:pt idx="1118">43.5</cx:pt>
          <cx:pt idx="1119">42.5</cx:pt>
          <cx:pt idx="1120">48.5</cx:pt>
          <cx:pt idx="1121">41</cx:pt>
          <cx:pt idx="1122">21.5</cx:pt>
          <cx:pt idx="1123">20.5</cx:pt>
          <cx:pt idx="1124">52</cx:pt>
          <cx:pt idx="1125">24</cx:pt>
          <cx:pt idx="1126">22</cx:pt>
          <cx:pt idx="1127">56.5</cx:pt>
          <cx:pt idx="1128">53</cx:pt>
          <cx:pt idx="1129">32.5</cx:pt>
          <cx:pt idx="1130">31</cx:pt>
          <cx:pt idx="1131">60.5</cx:pt>
          <cx:pt idx="1132">55.5</cx:pt>
          <cx:pt idx="1133">24</cx:pt>
          <cx:pt idx="1134">32</cx:pt>
          <cx:pt idx="1135">52.5</cx:pt>
          <cx:pt idx="1136">48.5</cx:pt>
          <cx:pt idx="1137">50.5</cx:pt>
          <cx:pt idx="1138">45.5</cx:pt>
          <cx:pt idx="1139">26.5</cx:pt>
          <cx:pt idx="1140">41</cx:pt>
          <cx:pt idx="1141">38.5</cx:pt>
          <cx:pt idx="1142">19.5</cx:pt>
          <cx:pt idx="1143">58</cx:pt>
          <cx:pt idx="1144">57</cx:pt>
          <cx:pt idx="1145">36.5</cx:pt>
          <cx:pt idx="1146">34.5</cx:pt>
          <cx:pt idx="1147">32</cx:pt>
          <cx:pt idx="1148">30.5</cx:pt>
          <cx:pt idx="1149">42</cx:pt>
          <cx:pt idx="1150">56</cx:pt>
          <cx:pt idx="1151">58</cx:pt>
          <cx:pt idx="1152">25.5</cx:pt>
          <cx:pt idx="1153">24</cx:pt>
          <cx:pt idx="1154">57</cx:pt>
          <cx:pt idx="1155">57.5</cx:pt>
          <cx:pt idx="1156">36</cx:pt>
          <cx:pt idx="1157">41.5</cx:pt>
          <cx:pt idx="1158">30.5</cx:pt>
          <cx:pt idx="1159">27.5</cx:pt>
          <cx:pt idx="1160">49</cx:pt>
          <cx:pt idx="1161">25</cx:pt>
          <cx:pt idx="1162">21.5</cx:pt>
          <cx:pt idx="1163">47.5</cx:pt>
          <cx:pt idx="1164">46</cx:pt>
          <cx:pt idx="1165">22.5</cx:pt>
          <cx:pt idx="1166">26</cx:pt>
          <cx:pt idx="1167">48.5</cx:pt>
          <cx:pt idx="1168">47.5</cx:pt>
          <cx:pt idx="1169">21.5</cx:pt>
          <cx:pt idx="1170">20</cx:pt>
          <cx:pt idx="1171">58</cx:pt>
          <cx:pt idx="1172">33</cx:pt>
          <cx:pt idx="1173">56.5</cx:pt>
          <cx:pt idx="1174">35.5</cx:pt>
          <cx:pt idx="1175">24</cx:pt>
          <cx:pt idx="1176">52</cx:pt>
          <cx:pt idx="1177">54</cx:pt>
          <cx:pt idx="1178">27.5</cx:pt>
          <cx:pt idx="1179">51.5</cx:pt>
          <cx:pt idx="1180">51.5</cx:pt>
          <cx:pt idx="1181">58.5</cx:pt>
          <cx:pt idx="1182">48</cx:pt>
          <cx:pt idx="1183">30.5</cx:pt>
          <cx:pt idx="1184">63.5</cx:pt>
          <cx:pt idx="1185">34.5</cx:pt>
          <cx:pt idx="1186">57.5</cx:pt>
          <cx:pt idx="1187">36</cx:pt>
          <cx:pt idx="1188">54</cx:pt>
          <cx:pt idx="1189">55.5</cx:pt>
          <cx:pt idx="1190">24</cx:pt>
          <cx:pt idx="1191">56.5</cx:pt>
          <cx:pt idx="1192">43.5</cx:pt>
          <cx:pt idx="1193">31.5</cx:pt>
          <cx:pt idx="1194">33</cx:pt>
          <cx:pt idx="1195">39.5</cx:pt>
          <cx:pt idx="1196">64.5</cx:pt>
          <cx:pt idx="1197">64</cx:pt>
          <cx:pt idx="1198">65</cx:pt>
          <cx:pt idx="1199">41.5</cx:pt>
          <cx:pt idx="1200">38</cx:pt>
          <cx:pt idx="1201">61.5</cx:pt>
          <cx:pt idx="1202">61.5</cx:pt>
          <cx:pt idx="1203">52</cx:pt>
          <cx:pt idx="1204">30</cx:pt>
          <cx:pt idx="1205">58.5</cx:pt>
          <cx:pt idx="1206">52.5</cx:pt>
          <cx:pt idx="1207">54</cx:pt>
          <cx:pt idx="1208">31</cx:pt>
          <cx:pt idx="1209">27</cx:pt>
          <cx:pt idx="1210">56.5</cx:pt>
          <cx:pt idx="1211">56.5</cx:pt>
          <cx:pt idx="1212">53</cx:pt>
          <cx:pt idx="1213">28.5</cx:pt>
          <cx:pt idx="1214">23</cx:pt>
          <cx:pt idx="1215">23</cx:pt>
          <cx:pt idx="1216">51</cx:pt>
          <cx:pt idx="1217">51.5</cx:pt>
          <cx:pt idx="1218">27.5</cx:pt>
          <cx:pt idx="1219">26</cx:pt>
          <cx:pt idx="1220">24.5</cx:pt>
          <cx:pt idx="1221">51.5</cx:pt>
          <cx:pt idx="1222">57.5</cx:pt>
          <cx:pt idx="1223">52.5</cx:pt>
          <cx:pt idx="1224">42</cx:pt>
          <cx:pt idx="1225">52.5</cx:pt>
          <cx:pt idx="1226">23</cx:pt>
          <cx:pt idx="1227">39</cx:pt>
          <cx:pt idx="1228">44.5</cx:pt>
          <cx:pt idx="1229">44.5</cx:pt>
          <cx:pt idx="1230">30</cx:pt>
          <cx:pt idx="1231">61</cx:pt>
          <cx:pt idx="1232">26</cx:pt>
          <cx:pt idx="1233">48.5</cx:pt>
          <cx:pt idx="1234">49.5</cx:pt>
          <cx:pt idx="1235">28.5</cx:pt>
          <cx:pt idx="1236">26.5</cx:pt>
          <cx:pt idx="1237">30</cx:pt>
          <cx:pt idx="1238">51.5</cx:pt>
          <cx:pt idx="1239">49.5</cx:pt>
          <cx:pt idx="1240">27.5</cx:pt>
          <cx:pt idx="1241">21</cx:pt>
          <cx:pt idx="1242">35.5</cx:pt>
          <cx:pt idx="1243">53.5</cx:pt>
          <cx:pt idx="1244">31</cx:pt>
          <cx:pt idx="1245">55.5</cx:pt>
          <cx:pt idx="1246">35.5</cx:pt>
          <cx:pt idx="1247">33</cx:pt>
          <cx:pt idx="1248">56</cx:pt>
          <cx:pt idx="1249">51.5</cx:pt>
          <cx:pt idx="1250">27</cx:pt>
          <cx:pt idx="1251">49</cx:pt>
          <cx:pt idx="1252">60</cx:pt>
          <cx:pt idx="1253">57.5</cx:pt>
          <cx:pt idx="1254">36.5</cx:pt>
          <cx:pt idx="1255">29</cx:pt>
          <cx:pt idx="1256">55.5</cx:pt>
          <cx:pt idx="1257">33.5</cx:pt>
          <cx:pt idx="1258">36</cx:pt>
          <cx:pt idx="1259">57</cx:pt>
          <cx:pt idx="1260">33</cx:pt>
          <cx:pt idx="1261">33</cx:pt>
          <cx:pt idx="1262">29</cx:pt>
          <cx:pt idx="1263">50.5</cx:pt>
          <cx:pt idx="1264">31</cx:pt>
          <cx:pt idx="1265">26.5</cx:pt>
          <cx:pt idx="1266">59</cx:pt>
          <cx:pt idx="1267">60.5</cx:pt>
          <cx:pt idx="1268">57.5</cx:pt>
          <cx:pt idx="1269">58.5</cx:pt>
          <cx:pt idx="1270">60</cx:pt>
          <cx:pt idx="1271">56</cx:pt>
          <cx:pt idx="1272">30</cx:pt>
          <cx:pt idx="1273">63.5</cx:pt>
          <cx:pt idx="1274">55.5</cx:pt>
          <cx:pt idx="1275">57</cx:pt>
          <cx:pt idx="1276">23</cx:pt>
          <cx:pt idx="1277">27</cx:pt>
          <cx:pt idx="1278">41.5</cx:pt>
          <cx:pt idx="1279">48</cx:pt>
          <cx:pt idx="1280">27.5</cx:pt>
          <cx:pt idx="1281">39</cx:pt>
          <cx:pt idx="1282">62.5</cx:pt>
          <cx:pt idx="1283">51</cx:pt>
          <cx:pt idx="1284">39</cx:pt>
          <cx:pt idx="1285">62</cx:pt>
          <cx:pt idx="1286">39</cx:pt>
          <cx:pt idx="1287">58</cx:pt>
          <cx:pt idx="1288">31.5</cx:pt>
          <cx:pt idx="1289">57.5</cx:pt>
          <cx:pt idx="1290">56</cx:pt>
          <cx:pt idx="1291">25</cx:pt>
          <cx:pt idx="1292">60.5</cx:pt>
          <cx:pt idx="1293">59</cx:pt>
          <cx:pt idx="1294">33.5</cx:pt>
          <cx:pt idx="1295">26</cx:pt>
          <cx:pt idx="1296">55</cx:pt>
          <cx:pt idx="1297">53</cx:pt>
          <cx:pt idx="1298">52.5</cx:pt>
          <cx:pt idx="1299">59</cx:pt>
          <cx:pt idx="1300">34</cx:pt>
          <cx:pt idx="1301">51.5</cx:pt>
          <cx:pt idx="1302">50</cx:pt>
          <cx:pt idx="1303">54</cx:pt>
          <cx:pt idx="1304">53</cx:pt>
          <cx:pt idx="1305">50.5</cx:pt>
          <cx:pt idx="1306">23.5</cx:pt>
          <cx:pt idx="1307">20.5</cx:pt>
          <cx:pt idx="1308">55.5</cx:pt>
          <cx:pt idx="1309">33</cx:pt>
          <cx:pt idx="1310">24.5</cx:pt>
          <cx:pt idx="1311">53</cx:pt>
          <cx:pt idx="1312">34</cx:pt>
          <cx:pt idx="1313">31</cx:pt>
          <cx:pt idx="1314">60</cx:pt>
          <cx:pt idx="1315">33.5</cx:pt>
          <cx:pt idx="1316">37</cx:pt>
          <cx:pt idx="1317">36.5</cx:pt>
          <cx:pt idx="1318">48.5</cx:pt>
          <cx:pt idx="1319">61.5</cx:pt>
          <cx:pt idx="1320">40</cx:pt>
          <cx:pt idx="1321">62</cx:pt>
          <cx:pt idx="1322">55.5</cx:pt>
          <cx:pt idx="1323">35.5</cx:pt>
          <cx:pt idx="1324">25</cx:pt>
          <cx:pt idx="1325">23</cx:pt>
          <cx:pt idx="1326">59</cx:pt>
          <cx:pt idx="1327">29.5</cx:pt>
          <cx:pt idx="1328">44.5</cx:pt>
          <cx:pt idx="1329">56.5</cx:pt>
          <cx:pt idx="1330">53.5</cx:pt>
          <cx:pt idx="1331">27</cx:pt>
          <cx:pt idx="1332">40.5</cx:pt>
          <cx:pt idx="1333">50.5</cx:pt>
          <cx:pt idx="1334">50.5</cx:pt>
          <cx:pt idx="1335">25.5</cx:pt>
          <cx:pt idx="1336">64</cx:pt>
          <cx:pt idx="1337">61</cx:pt>
          <cx:pt idx="1338">54.5</cx:pt>
          <cx:pt idx="1339">50.5</cx:pt>
          <cx:pt idx="1340">50.5</cx:pt>
          <cx:pt idx="1341">26.5</cx:pt>
          <cx:pt idx="1342">39.5</cx:pt>
          <cx:pt idx="1343">44</cx:pt>
          <cx:pt idx="1344">41</cx:pt>
          <cx:pt idx="1345">36</cx:pt>
          <cx:pt idx="1346">34.5</cx:pt>
          <cx:pt idx="1347">31.5</cx:pt>
          <cx:pt idx="1348">30</cx:pt>
          <cx:pt idx="1349">54.5</cx:pt>
          <cx:pt idx="1350">54</cx:pt>
          <cx:pt idx="1351">35</cx:pt>
          <cx:pt idx="1352">51</cx:pt>
          <cx:pt idx="1353">39</cx:pt>
          <cx:pt idx="1354">63</cx:pt>
          <cx:pt idx="1355">60.5</cx:pt>
          <cx:pt idx="1356">47.5</cx:pt>
          <cx:pt idx="1357">53.5</cx:pt>
          <cx:pt idx="1358">51</cx:pt>
          <cx:pt idx="1359">28.5</cx:pt>
          <cx:pt idx="1360">44</cx:pt>
          <cx:pt idx="1361">25</cx:pt>
          <cx:pt idx="1362">20.5</cx:pt>
          <cx:pt idx="1363">37</cx:pt>
          <cx:pt idx="1364">65</cx:pt>
          <cx:pt idx="1365">29</cx:pt>
          <cx:pt idx="1366">57.5</cx:pt>
          <cx:pt idx="1367">63</cx:pt>
          <cx:pt idx="1368">63</cx:pt>
          <cx:pt idx="1369">42.5</cx:pt>
          <cx:pt idx="1370">39</cx:pt>
          <cx:pt idx="1371">20</cx:pt>
          <cx:pt idx="1372">45.5</cx:pt>
          <cx:pt idx="1373">20.5</cx:pt>
          <cx:pt idx="1374">47.5</cx:pt>
          <cx:pt idx="1375">47</cx:pt>
          <cx:pt idx="1376">25</cx:pt>
          <cx:pt idx="1377">23.5</cx:pt>
          <cx:pt idx="1378">42.5</cx:pt>
          <cx:pt idx="1379">45</cx:pt>
          <cx:pt idx="1380">22</cx:pt>
          <cx:pt idx="1381">35.5</cx:pt>
          <cx:pt idx="1382">28.5</cx:pt>
          <cx:pt idx="1383">51</cx:pt>
          <cx:pt idx="1384">52</cx:pt>
          <cx:pt idx="1385">59</cx:pt>
          <cx:pt idx="1386">37.5</cx:pt>
          <cx:pt idx="1387">33.5</cx:pt>
          <cx:pt idx="1388">41.5</cx:pt>
          <cx:pt idx="1389">31</cx:pt>
          <cx:pt idx="1390">27.5</cx:pt>
          <cx:pt idx="1391">42</cx:pt>
          <cx:pt idx="1392">39</cx:pt>
          <cx:pt idx="1393">19.5</cx:pt>
          <cx:pt idx="1394">33.5</cx:pt>
          <cx:pt idx="1395">30.5</cx:pt>
          <cx:pt idx="1396">60</cx:pt>
          <cx:pt idx="1397">37.5</cx:pt>
          <cx:pt idx="1398">28</cx:pt>
          <cx:pt idx="1399">38.5</cx:pt>
          <cx:pt idx="1400">30</cx:pt>
          <cx:pt idx="1401">40.5</cx:pt>
          <cx:pt idx="1402">22.5</cx:pt>
          <cx:pt idx="1403">40.5</cx:pt>
          <cx:pt idx="1404">42.5</cx:pt>
          <cx:pt idx="1405">43</cx:pt>
          <cx:pt idx="1406">22</cx:pt>
          <cx:pt idx="1407">26.5</cx:pt>
          <cx:pt idx="1408">39</cx:pt>
          <cx:pt idx="1409">49.5</cx:pt>
          <cx:pt idx="1410">49</cx:pt>
          <cx:pt idx="1411">46.5</cx:pt>
          <cx:pt idx="1412">27.5</cx:pt>
          <cx:pt idx="1413">45</cx:pt>
          <cx:pt idx="1414">37.5</cx:pt>
          <cx:pt idx="1415">37.5</cx:pt>
          <cx:pt idx="1416">60</cx:pt>
          <cx:pt idx="1417">53</cx:pt>
          <cx:pt idx="1418">34</cx:pt>
          <cx:pt idx="1419">31</cx:pt>
          <cx:pt idx="1420">28.5</cx:pt>
          <cx:pt idx="1421">26</cx:pt>
          <cx:pt idx="1422">55.5</cx:pt>
          <cx:pt idx="1423">23</cx:pt>
          <cx:pt idx="1424">34.5</cx:pt>
          <cx:pt idx="1425">28</cx:pt>
          <cx:pt idx="1426">65</cx:pt>
          <cx:pt idx="1427">57</cx:pt>
          <cx:pt idx="1428">54.5</cx:pt>
          <cx:pt idx="1429">33.5</cx:pt>
          <cx:pt idx="1430">32.5</cx:pt>
          <cx:pt idx="1431">29.5</cx:pt>
          <cx:pt idx="1432">28</cx:pt>
          <cx:pt idx="1433">27</cx:pt>
          <cx:pt idx="1434">26</cx:pt>
          <cx:pt idx="1435">56.5</cx:pt>
          <cx:pt idx="1436">56.5</cx:pt>
          <cx:pt idx="1437">64.5</cx:pt>
          <cx:pt idx="1438">54.5</cx:pt>
          <cx:pt idx="1439">52.5</cx:pt>
          <cx:pt idx="1440">53.5</cx:pt>
          <cx:pt idx="1441">28</cx:pt>
          <cx:pt idx="1442">26</cx:pt>
          <cx:pt idx="1443">54.5</cx:pt>
          <cx:pt idx="1444">62</cx:pt>
          <cx:pt idx="1445">63</cx:pt>
          <cx:pt idx="1446">24.5</cx:pt>
          <cx:pt idx="1447">47.5</cx:pt>
          <cx:pt idx="1448">50.5</cx:pt>
          <cx:pt idx="1449">25.5</cx:pt>
          <cx:pt idx="1450">64</cx:pt>
          <cx:pt idx="1451">32.5</cx:pt>
          <cx:pt idx="1452">27.5</cx:pt>
          <cx:pt idx="1453">47.5</cx:pt>
          <cx:pt idx="1454">55.5</cx:pt>
          <cx:pt idx="1455">52</cx:pt>
          <cx:pt idx="1456">59.5</cx:pt>
          <cx:pt idx="1457">57</cx:pt>
          <cx:pt idx="1458">24</cx:pt>
          <cx:pt idx="1459">49</cx:pt>
          <cx:pt idx="1460">19.5</cx:pt>
          <cx:pt idx="1461">49.5</cx:pt>
          <cx:pt idx="1462">54</cx:pt>
          <cx:pt idx="1463">57.5</cx:pt>
          <cx:pt idx="1464">55.5</cx:pt>
          <cx:pt idx="1465">33.5</cx:pt>
          <cx:pt idx="1466">29.5</cx:pt>
          <cx:pt idx="1467">60</cx:pt>
          <cx:pt idx="1468">60.5</cx:pt>
          <cx:pt idx="1469">55.5</cx:pt>
          <cx:pt idx="1470">57</cx:pt>
          <cx:pt idx="1471">35</cx:pt>
          <cx:pt idx="1472">45</cx:pt>
          <cx:pt idx="1473">21.5</cx:pt>
          <cx:pt idx="1474">42.5</cx:pt>
          <cx:pt idx="1475">55</cx:pt>
          <cx:pt idx="1476">32</cx:pt>
          <cx:pt idx="1477">58</cx:pt>
          <cx:pt idx="1478">28</cx:pt>
          <cx:pt idx="1479">29.5</cx:pt>
          <cx:pt idx="1480">38.5</cx:pt>
          <cx:pt idx="1481">58.5</cx:pt>
          <cx:pt idx="1482">61</cx:pt>
          <cx:pt idx="1483">40</cx:pt>
          <cx:pt idx="1484">55.5</cx:pt>
          <cx:pt idx="1485">43.5</cx:pt>
          <cx:pt idx="1486">43.5</cx:pt>
          <cx:pt idx="1487">21.5</cx:pt>
          <cx:pt idx="1488">54</cx:pt>
          <cx:pt idx="1489">53.5</cx:pt>
          <cx:pt idx="1490">47.5</cx:pt>
          <cx:pt idx="1491">24.5</cx:pt>
          <cx:pt idx="1492">27</cx:pt>
          <cx:pt idx="1493">31</cx:pt>
          <cx:pt idx="1494">59.5</cx:pt>
          <cx:pt idx="1495">31.5</cx:pt>
          <cx:pt idx="1496">43</cx:pt>
          <cx:pt idx="1497">47.5</cx:pt>
          <cx:pt idx="1498">24</cx:pt>
          <cx:pt idx="1499">59</cx:pt>
          <cx:pt idx="1500">35</cx:pt>
          <cx:pt idx="1501">40.5</cx:pt>
          <cx:pt idx="1502">43</cx:pt>
          <cx:pt idx="1503">63.5</cx:pt>
          <cx:pt idx="1504">37</cx:pt>
          <cx:pt idx="1505">44.5</cx:pt>
          <cx:pt idx="1506">57.5</cx:pt>
          <cx:pt idx="1507">60.5</cx:pt>
          <cx:pt idx="1508">30.5</cx:pt>
          <cx:pt idx="1509">60.5</cx:pt>
          <cx:pt idx="1510">35</cx:pt>
          <cx:pt idx="1511">33.5</cx:pt>
          <cx:pt idx="1512">29</cx:pt>
          <cx:pt idx="1513">41</cx:pt>
          <cx:pt idx="1514">36</cx:pt>
          <cx:pt idx="1515">45</cx:pt>
          <cx:pt idx="1516">48</cx:pt>
          <cx:pt idx="1517">22</cx:pt>
          <cx:pt idx="1518">64.5</cx:pt>
          <cx:pt idx="1519">63.5</cx:pt>
          <cx:pt idx="1520">40.5</cx:pt>
          <cx:pt idx="1521">64</cx:pt>
          <cx:pt idx="1522">54</cx:pt>
          <cx:pt idx="1523">64</cx:pt>
          <cx:pt idx="1524">42.5</cx:pt>
          <cx:pt idx="1525">62.5</cx:pt>
          <cx:pt idx="1526">58.5</cx:pt>
          <cx:pt idx="1527">40.5</cx:pt>
          <cx:pt idx="1528">20.5</cx:pt>
          <cx:pt idx="1529">43.5</cx:pt>
          <cx:pt idx="1530">47</cx:pt>
          <cx:pt idx="1531">51.5</cx:pt>
          <cx:pt idx="1532">50.5</cx:pt>
          <cx:pt idx="1533">50</cx:pt>
          <cx:pt idx="1534">54.5</cx:pt>
          <cx:pt idx="1535">57.5</cx:pt>
          <cx:pt idx="1536">62</cx:pt>
          <cx:pt idx="1537">50</cx:pt>
          <cx:pt idx="1538">47.5</cx:pt>
          <cx:pt idx="1539">19</cx:pt>
          <cx:pt idx="1540">64</cx:pt>
          <cx:pt idx="1541">34</cx:pt>
          <cx:pt idx="1542">47.5</cx:pt>
          <cx:pt idx="1543">45.5</cx:pt>
          <cx:pt idx="1544">48</cx:pt>
          <cx:pt idx="1545">40.5</cx:pt>
          <cx:pt idx="1546">31</cx:pt>
          <cx:pt idx="1547">46</cx:pt>
          <cx:pt idx="1548">47</cx:pt>
          <cx:pt idx="1549">61.5</cx:pt>
          <cx:pt idx="1550">35</cx:pt>
          <cx:pt idx="1551">43</cx:pt>
          <cx:pt idx="1552">53</cx:pt>
          <cx:pt idx="1553">53.5</cx:pt>
          <cx:pt idx="1554">61</cx:pt>
          <cx:pt idx="1555">58</cx:pt>
          <cx:pt idx="1556">44</cx:pt>
          <cx:pt idx="1557">41</cx:pt>
          <cx:pt idx="1558">45.5</cx:pt>
          <cx:pt idx="1559">54.5</cx:pt>
          <cx:pt idx="1560">52</cx:pt>
          <cx:pt idx="1561">55.5</cx:pt>
          <cx:pt idx="1562">59.5</cx:pt>
          <cx:pt idx="1563">62.5</cx:pt>
          <cx:pt idx="1564">62.5</cx:pt>
          <cx:pt idx="1565">58</cx:pt>
          <cx:pt idx="1566">35.5</cx:pt>
          <cx:pt idx="1567">43.5</cx:pt>
          <cx:pt idx="1568">24.5</cx:pt>
          <cx:pt idx="1569">54</cx:pt>
          <cx:pt idx="1570">32.5</cx:pt>
          <cx:pt idx="1571">25</cx:pt>
          <cx:pt idx="1572">22.5</cx:pt>
          <cx:pt idx="1573">54.5</cx:pt>
          <cx:pt idx="1574">32</cx:pt>
          <cx:pt idx="1575">27.5</cx:pt>
          <cx:pt idx="1576">37</cx:pt>
          <cx:pt idx="1577">45</cx:pt>
          <cx:pt idx="1578">36</cx:pt>
          <cx:pt idx="1579">59.5</cx:pt>
          <cx:pt idx="1580">39.5</cx:pt>
          <cx:pt idx="1581">18.5</cx:pt>
          <cx:pt idx="1582">43.5</cx:pt>
          <cx:pt idx="1583">48</cx:pt>
          <cx:pt idx="1584">23</cx:pt>
          <cx:pt idx="1585">51.5</cx:pt>
          <cx:pt idx="1586">53</cx:pt>
          <cx:pt idx="1587">29</cx:pt>
          <cx:pt idx="1588">26.5</cx:pt>
          <cx:pt idx="1589">36</cx:pt>
          <cx:pt idx="1590">53</cx:pt>
          <cx:pt idx="1591">58</cx:pt>
          <cx:pt idx="1592">29</cx:pt>
          <cx:pt idx="1593">23.5</cx:pt>
          <cx:pt idx="1594">58</cx:pt>
          <cx:pt idx="1595">64</cx:pt>
          <cx:pt idx="1596">35</cx:pt>
          <cx:pt idx="1597">33</cx:pt>
          <cx:pt idx="1598">49.5</cx:pt>
          <cx:pt idx="1599">46.5</cx:pt>
          <cx:pt idx="1600">26.5</cx:pt>
          <cx:pt idx="1601">45</cx:pt>
          <cx:pt idx="1602">22</cx:pt>
          <cx:pt idx="1603">29</cx:pt>
          <cx:pt idx="1604">28</cx:pt>
          <cx:pt idx="1605">60</cx:pt>
          <cx:pt idx="1606">34.5</cx:pt>
          <cx:pt idx="1607">61.5</cx:pt>
          <cx:pt idx="1608">64.5</cx:pt>
          <cx:pt idx="1609">43.5</cx:pt>
          <cx:pt idx="1610">38</cx:pt>
          <cx:pt idx="1611">20</cx:pt>
          <cx:pt idx="1612">59</cx:pt>
          <cx:pt idx="1613">27</cx:pt>
          <cx:pt idx="1614">27</cx:pt>
          <cx:pt idx="1615">48.5</cx:pt>
          <cx:pt idx="1616">54</cx:pt>
          <cx:pt idx="1617">29.5</cx:pt>
          <cx:pt idx="1618">27</cx:pt>
          <cx:pt idx="1619">51.5</cx:pt>
          <cx:pt idx="1620">27</cx:pt>
          <cx:pt idx="1621">25</cx:pt>
          <cx:pt idx="1622">63.5</cx:pt>
          <cx:pt idx="1623">39</cx:pt>
          <cx:pt idx="1624">55</cx:pt>
          <cx:pt idx="1625">55.5</cx:pt>
          <cx:pt idx="1626">34</cx:pt>
          <cx:pt idx="1627">32</cx:pt>
          <cx:pt idx="1628">47.5</cx:pt>
          <cx:pt idx="1629">39.5</cx:pt>
          <cx:pt idx="1630">24</cx:pt>
          <cx:pt idx="1631">21</cx:pt>
          <cx:pt idx="1632">38.5</cx:pt>
          <cx:pt idx="1633">32.5</cx:pt>
          <cx:pt idx="1634">53.5</cx:pt>
          <cx:pt idx="1635">32.5</cx:pt>
          <cx:pt idx="1636">55.5</cx:pt>
          <cx:pt idx="1637">41.5</cx:pt>
          <cx:pt idx="1638">43.5</cx:pt>
          <cx:pt idx="1639">20.5</cx:pt>
          <cx:pt idx="1640">39.5</cx:pt>
          <cx:pt idx="1641">31</cx:pt>
          <cx:pt idx="1642">53</cx:pt>
          <cx:pt idx="1643">27</cx:pt>
          <cx:pt idx="1644">49</cx:pt>
          <cx:pt idx="1645">41.5</cx:pt>
          <cx:pt idx="1646">24</cx:pt>
          <cx:pt idx="1647">20.5</cx:pt>
          <cx:pt idx="1648">59.5</cx:pt>
          <cx:pt idx="1649">23.5</cx:pt>
          <cx:pt idx="1650">55</cx:pt>
          <cx:pt idx="1651">57.5</cx:pt>
          <cx:pt idx="1652">39</cx:pt>
          <cx:pt idx="1653">50.5</cx:pt>
          <cx:pt idx="1654">30</cx:pt>
          <cx:pt idx="1655">62.5</cx:pt>
          <cx:pt idx="1656">29.5</cx:pt>
          <cx:pt idx="1657">29.5</cx:pt>
          <cx:pt idx="1658">38.5</cx:pt>
          <cx:pt idx="1659">21.5</cx:pt>
          <cx:pt idx="1660">57.5</cx:pt>
          <cx:pt idx="1661">59</cx:pt>
          <cx:pt idx="1662">47.5</cx:pt>
          <cx:pt idx="1663">48</cx:pt>
          <cx:pt idx="1664">53</cx:pt>
          <cx:pt idx="1665">57.5</cx:pt>
          <cx:pt idx="1666">60</cx:pt>
          <cx:pt idx="1667">58.5</cx:pt>
          <cx:pt idx="1668">55.5</cx:pt>
          <cx:pt idx="1669">35</cx:pt>
          <cx:pt idx="1670">65</cx:pt>
          <cx:pt idx="1671">63.5</cx:pt>
          <cx:pt idx="1672">50</cx:pt>
          <cx:pt idx="1673">30</cx:pt>
          <cx:pt idx="1674">54.5</cx:pt>
          <cx:pt idx="1675">55</cx:pt>
          <cx:pt idx="1676">58.5</cx:pt>
          <cx:pt idx="1677">57.5</cx:pt>
          <cx:pt idx="1678">34</cx:pt>
          <cx:pt idx="1679">27</cx:pt>
          <cx:pt idx="1680">35</cx:pt>
          <cx:pt idx="1681">30</cx:pt>
          <cx:pt idx="1682">43.5</cx:pt>
          <cx:pt idx="1683">50</cx:pt>
          <cx:pt idx="1684">45</cx:pt>
          <cx:pt idx="1685">58.5</cx:pt>
          <cx:pt idx="1686">52</cx:pt>
          <cx:pt idx="1687">29.5</cx:pt>
          <cx:pt idx="1688">60.5</cx:pt>
          <cx:pt idx="1689">57.5</cx:pt>
          <cx:pt idx="1690">33</cx:pt>
          <cx:pt idx="1691">25.5</cx:pt>
          <cx:pt idx="1692">53.5</cx:pt>
          <cx:pt idx="1693">55.5</cx:pt>
          <cx:pt idx="1694">28</cx:pt>
          <cx:pt idx="1695">44.5</cx:pt>
          <cx:pt idx="1696">46.5</cx:pt>
          <cx:pt idx="1697">24</cx:pt>
          <cx:pt idx="1698">21.5</cx:pt>
          <cx:pt idx="1699">34.5</cx:pt>
          <cx:pt idx="1700">51</cx:pt>
          <cx:pt idx="1701">29.5</cx:pt>
          <cx:pt idx="1702">26</cx:pt>
          <cx:pt idx="1703">46.5</cx:pt>
          <cx:pt idx="1704">34.5</cx:pt>
          <cx:pt idx="1705">34</cx:pt>
          <cx:pt idx="1706">34</cx:pt>
          <cx:pt idx="1707">31.5</cx:pt>
          <cx:pt idx="1708">30</cx:pt>
          <cx:pt idx="1709">27</cx:pt>
          <cx:pt idx="1710">51.5</cx:pt>
          <cx:pt idx="1711">29</cx:pt>
          <cx:pt idx="1712">22</cx:pt>
          <cx:pt idx="1713">42</cx:pt>
          <cx:pt idx="1714">22.5</cx:pt>
          <cx:pt idx="1715">29.5</cx:pt>
          <cx:pt idx="1716">36.5</cx:pt>
          <cx:pt idx="1717">39.5</cx:pt>
          <cx:pt idx="1718">34.5</cx:pt>
          <cx:pt idx="1719">59.5</cx:pt>
          <cx:pt idx="1720">63.5</cx:pt>
          <cx:pt idx="1721">36.5</cx:pt>
          <cx:pt idx="1722">24.5</cx:pt>
          <cx:pt idx="1723">51.5</cx:pt>
          <cx:pt idx="1724">56</cx:pt>
          <cx:pt idx="1725">53.5</cx:pt>
          <cx:pt idx="1726">29.5</cx:pt>
          <cx:pt idx="1727">26</cx:pt>
          <cx:pt idx="1728">26.5</cx:pt>
          <cx:pt idx="1729">23.5</cx:pt>
          <cx:pt idx="1730">55.5</cx:pt>
          <cx:pt idx="1731">62.5</cx:pt>
          <cx:pt idx="1732">35</cx:pt>
          <cx:pt idx="1733">52.5</cx:pt>
          <cx:pt idx="1734">28.5</cx:pt>
          <cx:pt idx="1735">46</cx:pt>
          <cx:pt idx="1736">44</cx:pt>
          <cx:pt idx="1737">47.5</cx:pt>
          <cx:pt idx="1738">24</cx:pt>
          <cx:pt idx="1739">55.5</cx:pt>
          <cx:pt idx="1740">30</cx:pt>
          <cx:pt idx="1741">35</cx:pt>
          <cx:pt idx="1742">29.5</cx:pt>
          <cx:pt idx="1743">26</cx:pt>
          <cx:pt idx="1744">40</cx:pt>
          <cx:pt idx="1745">38.5</cx:pt>
          <cx:pt idx="1746">44.5</cx:pt>
          <cx:pt idx="1747">26.5</cx:pt>
          <cx:pt idx="1748">23</cx:pt>
          <cx:pt idx="1749">54.5</cx:pt>
          <cx:pt idx="1750">64</cx:pt>
          <cx:pt idx="1751">24.5</cx:pt>
          <cx:pt idx="1752">43.5</cx:pt>
          <cx:pt idx="1753">42</cx:pt>
          <cx:pt idx="1754">35.5</cx:pt>
          <cx:pt idx="1755">60.5</cx:pt>
          <cx:pt idx="1756">25.5</cx:pt>
          <cx:pt idx="1757">64.5</cx:pt>
          <cx:pt idx="1758">36.5</cx:pt>
          <cx:pt idx="1759">38.5</cx:pt>
          <cx:pt idx="1760">20.5</cx:pt>
          <cx:pt idx="1761">35.5</cx:pt>
          <cx:pt idx="1762">42.5</cx:pt>
          <cx:pt idx="1763">20.5</cx:pt>
          <cx:pt idx="1764">41</cx:pt>
          <cx:pt idx="1765">63</cx:pt>
          <cx:pt idx="1766">61</cx:pt>
          <cx:pt idx="1767">33.5</cx:pt>
          <cx:pt idx="1768">28.5</cx:pt>
          <cx:pt idx="1769">58</cx:pt>
          <cx:pt idx="1770">62.5</cx:pt>
          <cx:pt idx="1771">50</cx:pt>
          <cx:pt idx="1772">47.5</cx:pt>
          <cx:pt idx="1773">27</cx:pt>
          <cx:pt idx="1774">23.5</cx:pt>
          <cx:pt idx="1775">64</cx:pt>
          <cx:pt idx="1776">40</cx:pt>
          <cx:pt idx="1777">45.5</cx:pt>
          <cx:pt idx="1778">25</cx:pt>
          <cx:pt idx="1779">23</cx:pt>
          <cx:pt idx="1780">58.5</cx:pt>
          <cx:pt idx="1781">33.5</cx:pt>
          <cx:pt idx="1782">26.5</cx:pt>
          <cx:pt idx="1783">42</cx:pt>
          <cx:pt idx="1784">22</cx:pt>
          <cx:pt idx="1785">19.5</cx:pt>
          <cx:pt idx="1786">60</cx:pt>
          <cx:pt idx="1787">53</cx:pt>
          <cx:pt idx="1788">30.5</cx:pt>
          <cx:pt idx="1789">20.5</cx:pt>
          <cx:pt idx="1790">47</cx:pt>
          <cx:pt idx="1791">52.5</cx:pt>
          <cx:pt idx="1792">29</cx:pt>
          <cx:pt idx="1793">51</cx:pt>
          <cx:pt idx="1794">22.5</cx:pt>
          <cx:pt idx="1795">52</cx:pt>
          <cx:pt idx="1796">52</cx:pt>
          <cx:pt idx="1797">50.5</cx:pt>
          <cx:pt idx="1798">20</cx:pt>
          <cx:pt idx="1799">58.5</cx:pt>
          <cx:pt idx="1800">36</cx:pt>
          <cx:pt idx="1801">34</cx:pt>
          <cx:pt idx="1802">58</cx:pt>
          <cx:pt idx="1803">49.5</cx:pt>
          <cx:pt idx="1804">38.5</cx:pt>
          <cx:pt idx="1805">53</cx:pt>
          <cx:pt idx="1806">25</cx:pt>
          <cx:pt idx="1807">57.5</cx:pt>
          <cx:pt idx="1808">39.5</cx:pt>
          <cx:pt idx="1809">50.5</cx:pt>
          <cx:pt idx="1810">51.5</cx:pt>
          <cx:pt idx="1811">27.5</cx:pt>
          <cx:pt idx="1812">63.5</cx:pt>
          <cx:pt idx="1813">31.5</cx:pt>
          <cx:pt idx="1814">47.5</cx:pt>
          <cx:pt idx="1815">46</cx:pt>
          <cx:pt idx="1816">60.5</cx:pt>
          <cx:pt idx="1817">34.5</cx:pt>
          <cx:pt idx="1818">35.5</cx:pt>
          <cx:pt idx="1819">34.5</cx:pt>
          <cx:pt idx="1820">33</cx:pt>
          <cx:pt idx="1821">32</cx:pt>
          <cx:pt idx="1822">31.5</cx:pt>
          <cx:pt idx="1823">35.5</cx:pt>
          <cx:pt idx="1824">23.5</cx:pt>
          <cx:pt idx="1825">59.5</cx:pt>
          <cx:pt idx="1826">47</cx:pt>
          <cx:pt idx="1827">42.5</cx:pt>
          <cx:pt idx="1828">25.5</cx:pt>
          <cx:pt idx="1829">48</cx:pt>
          <cx:pt idx="1830">50.5</cx:pt>
          <cx:pt idx="1831">28</cx:pt>
          <cx:pt idx="1832">23.5</cx:pt>
          <cx:pt idx="1833">25</cx:pt>
          <cx:pt idx="1834">40.5</cx:pt>
          <cx:pt idx="1835">40.5</cx:pt>
          <cx:pt idx="1836">62.5</cx:pt>
          <cx:pt idx="1837">36</cx:pt>
          <cx:pt idx="1838">45.5</cx:pt>
          <cx:pt idx="1839">45.5</cx:pt>
          <cx:pt idx="1840">39</cx:pt>
          <cx:pt idx="1841">32</cx:pt>
          <cx:pt idx="1842">58</cx:pt>
          <cx:pt idx="1843">59</cx:pt>
          <cx:pt idx="1844">34.5</cx:pt>
          <cx:pt idx="1845">30</cx:pt>
          <cx:pt idx="1846">60</cx:pt>
          <cx:pt idx="1847">59</cx:pt>
          <cx:pt idx="1848">38.5</cx:pt>
          <cx:pt idx="1849">32.5</cx:pt>
          <cx:pt idx="1850">53.5</cx:pt>
          <cx:pt idx="1851">54</cx:pt>
          <cx:pt idx="1852">30.5</cx:pt>
          <cx:pt idx="1853">21.5</cx:pt>
          <cx:pt idx="1854">40</cx:pt>
          <cx:pt idx="1855">64.5</cx:pt>
          <cx:pt idx="1856">60</cx:pt>
          <cx:pt idx="1857">61.5</cx:pt>
          <cx:pt idx="1858">62.5</cx:pt>
          <cx:pt idx="1859">38.5</cx:pt>
          <cx:pt idx="1860">32.5</cx:pt>
          <cx:pt idx="1861">63.5</cx:pt>
          <cx:pt idx="1862">30</cx:pt>
          <cx:pt idx="1863">52</cx:pt>
          <cx:pt idx="1864">53</cx:pt>
          <cx:pt idx="1865">31.5</cx:pt>
          <cx:pt idx="1866">63</cx:pt>
          <cx:pt idx="1867">34</cx:pt>
          <cx:pt idx="1868">30</cx:pt>
          <cx:pt idx="1869">60.5</cx:pt>
          <cx:pt idx="1870">36</cx:pt>
          <cx:pt idx="1871">54</cx:pt>
          <cx:pt idx="1872">58</cx:pt>
          <cx:pt idx="1873">56.5</cx:pt>
          <cx:pt idx="1874">53</cx:pt>
          <cx:pt idx="1875">44.5</cx:pt>
          <cx:pt idx="1876">45</cx:pt>
          <cx:pt idx="1877">41.5</cx:pt>
          <cx:pt idx="1878">49</cx:pt>
          <cx:pt idx="1879">46.5</cx:pt>
          <cx:pt idx="1880">43</cx:pt>
          <cx:pt idx="1881">41.5</cx:pt>
          <cx:pt idx="1882">46</cx:pt>
          <cx:pt idx="1883">23</cx:pt>
          <cx:pt idx="1884">52.5</cx:pt>
          <cx:pt idx="1885">53</cx:pt>
          <cx:pt idx="1886">27.5</cx:pt>
          <cx:pt idx="1887">53.5</cx:pt>
          <cx:pt idx="1888">60.5</cx:pt>
          <cx:pt idx="1889">39.5</cx:pt>
          <cx:pt idx="1890">30</cx:pt>
          <cx:pt idx="1891">34.5</cx:pt>
          <cx:pt idx="1892">53</cx:pt>
          <cx:pt idx="1893">53</cx:pt>
          <cx:pt idx="1894">28.5</cx:pt>
          <cx:pt idx="1895">56.5</cx:pt>
          <cx:pt idx="1896">34.5</cx:pt>
          <cx:pt idx="1897">28.5</cx:pt>
          <cx:pt idx="1898">35</cx:pt>
          <cx:pt idx="1899">55</cx:pt>
          <cx:pt idx="1900">42</cx:pt>
          <cx:pt idx="1901">64</cx:pt>
          <cx:pt idx="1902">60</cx:pt>
          <cx:pt idx="1903">44.5</cx:pt>
          <cx:pt idx="1904">54</cx:pt>
          <cx:pt idx="1905">24.5</cx:pt>
          <cx:pt idx="1906">39.5</cx:pt>
          <cx:pt idx="1907">20.5</cx:pt>
          <cx:pt idx="1908">19.5</cx:pt>
          <cx:pt idx="1909">44</cx:pt>
          <cx:pt idx="1910">55</cx:pt>
          <cx:pt idx="1911">42</cx:pt>
          <cx:pt idx="1912">34.5</cx:pt>
          <cx:pt idx="1913">58.5</cx:pt>
          <cx:pt idx="1914">21</cx:pt>
          <cx:pt idx="1915">42</cx:pt>
          <cx:pt idx="1916">18</cx:pt>
          <cx:pt idx="1917">60.5</cx:pt>
          <cx:pt idx="1918">55</cx:pt>
          <cx:pt idx="1919">44.5</cx:pt>
          <cx:pt idx="1920">20.5</cx:pt>
          <cx:pt idx="1921">41.5</cx:pt>
          <cx:pt idx="1922">30.5</cx:pt>
          <cx:pt idx="1923">18</cx:pt>
          <cx:pt idx="1924">51.5</cx:pt>
          <cx:pt idx="1925">28</cx:pt>
          <cx:pt idx="1926">38.5</cx:pt>
          <cx:pt idx="1927">19.5</cx:pt>
          <cx:pt idx="1928">59.5</cx:pt>
          <cx:pt idx="1929">34.5</cx:pt>
          <cx:pt idx="1930">29.5</cx:pt>
          <cx:pt idx="1931">32.5</cx:pt>
          <cx:pt idx="1932">30.5</cx:pt>
          <cx:pt idx="1933">59.5</cx:pt>
          <cx:pt idx="1934">31</cx:pt>
          <cx:pt idx="1935">30</cx:pt>
          <cx:pt idx="1936">25</cx:pt>
          <cx:pt idx="1937">37.5</cx:pt>
          <cx:pt idx="1938">43.5</cx:pt>
          <cx:pt idx="1939">41</cx:pt>
          <cx:pt idx="1940">39.5</cx:pt>
          <cx:pt idx="1941">40.5</cx:pt>
          <cx:pt idx="1942">39.5</cx:pt>
          <cx:pt idx="1943">35</cx:pt>
          <cx:pt idx="1944">47</cx:pt>
          <cx:pt idx="1945">26.5</cx:pt>
          <cx:pt idx="1946">23.5</cx:pt>
          <cx:pt idx="1947">22</cx:pt>
          <cx:pt idx="1948">45</cx:pt>
          <cx:pt idx="1949">19</cx:pt>
          <cx:pt idx="1950">42</cx:pt>
          <cx:pt idx="1951">19.5</cx:pt>
          <cx:pt idx="1952">48.5</cx:pt>
          <cx:pt idx="1953">57</cx:pt>
          <cx:pt idx="1954">37.5</cx:pt>
          <cx:pt idx="1955">18.5</cx:pt>
          <cx:pt idx="1956">40</cx:pt>
          <cx:pt idx="1957">39</cx:pt>
          <cx:pt idx="1958">40</cx:pt>
          <cx:pt idx="1959">20</cx:pt>
          <cx:pt idx="1960">65</cx:pt>
          <cx:pt idx="1961">42</cx:pt>
          <cx:pt idx="1962">18.5</cx:pt>
          <cx:pt idx="1963">53.5</cx:pt>
          <cx:pt idx="1964">18</cx:pt>
          <cx:pt idx="1965">41.5</cx:pt>
          <cx:pt idx="1966">50.5</cx:pt>
          <cx:pt idx="1967">60</cx:pt>
          <cx:pt idx="1968">47.5</cx:pt>
          <cx:pt idx="1969">47</cx:pt>
          <cx:pt idx="1970">25.5</cx:pt>
          <cx:pt idx="1971">41</cx:pt>
          <cx:pt idx="1972">34.5</cx:pt>
          <cx:pt idx="1973">25.5</cx:pt>
          <cx:pt idx="1974">23.5</cx:pt>
          <cx:pt idx="1975">18</cx:pt>
          <cx:pt idx="1976">18.5</cx:pt>
          <cx:pt idx="1977">54.5</cx:pt>
          <cx:pt idx="1978">35</cx:pt>
          <cx:pt idx="1979">54.5</cx:pt>
          <cx:pt idx="1980">54</cx:pt>
          <cx:pt idx="1981">30</cx:pt>
          <cx:pt idx="1982">28.5</cx:pt>
          <cx:pt idx="1983">18.5</cx:pt>
          <cx:pt idx="1984">63</cx:pt>
          <cx:pt idx="1985">57</cx:pt>
          <cx:pt idx="1986">41</cx:pt>
          <cx:pt idx="1987">18</cx:pt>
          <cx:pt idx="1988">41</cx:pt>
          <cx:pt idx="1989">20</cx:pt>
          <cx:pt idx="1990">58.5</cx:pt>
          <cx:pt idx="1991">36</cx:pt>
          <cx:pt idx="1992">56.5</cx:pt>
          <cx:pt idx="1993">32.5</cx:pt>
          <cx:pt idx="1994">57.5</cx:pt>
          <cx:pt idx="1995">23.5</cx:pt>
          <cx:pt idx="1996">27.5</cx:pt>
          <cx:pt idx="1997">43</cx:pt>
          <cx:pt idx="1998">23</cx:pt>
          <cx:pt idx="1999">45</cx:pt>
          <cx:pt idx="2000">24</cx:pt>
          <cx:pt idx="2001">45</cx:pt>
          <cx:pt idx="2002">18</cx:pt>
          <cx:pt idx="2003">46.5</cx:pt>
          <cx:pt idx="2004">52</cx:pt>
          <cx:pt idx="2005">24.5</cx:pt>
          <cx:pt idx="2006">37.5</cx:pt>
          <cx:pt idx="2007">36</cx:pt>
          <cx:pt idx="2008">40.5</cx:pt>
          <cx:pt idx="2009">40.5</cx:pt>
          <cx:pt idx="2010">47.5</cx:pt>
          <cx:pt idx="2011">28.5</cx:pt>
          <cx:pt idx="2012">23.5</cx:pt>
          <cx:pt idx="2013">18</cx:pt>
          <cx:pt idx="2014">42</cx:pt>
          <cx:pt idx="2015">36</cx:pt>
          <cx:pt idx="2016">60</cx:pt>
          <cx:pt idx="2017">39.5</cx:pt>
          <cx:pt idx="2018">36.5</cx:pt>
          <cx:pt idx="2019">59</cx:pt>
          <cx:pt idx="2020">60</cx:pt>
          <cx:pt idx="2021">56.5</cx:pt>
          <cx:pt idx="2022">49</cx:pt>
          <cx:pt idx="2023">61</cx:pt>
          <cx:pt idx="2024">38.5</cx:pt>
          <cx:pt idx="2025">28</cx:pt>
          <cx:pt idx="2026">52.5</cx:pt>
          <cx:pt idx="2027">26</cx:pt>
          <cx:pt idx="2028">39.5</cx:pt>
          <cx:pt idx="2029">41.5</cx:pt>
          <cx:pt idx="2030">56</cx:pt>
          <cx:pt idx="2031">29</cx:pt>
          <cx:pt idx="2032">56</cx:pt>
          <cx:pt idx="2033">47</cx:pt>
          <cx:pt idx="2034">61</cx:pt>
          <cx:pt idx="2035">37.5</cx:pt>
          <cx:pt idx="2036">41</cx:pt>
          <cx:pt idx="2037">19</cx:pt>
          <cx:pt idx="2038">34</cx:pt>
          <cx:pt idx="2039">35</cx:pt>
          <cx:pt idx="2040">34</cx:pt>
          <cx:pt idx="2041">18.5</cx:pt>
          <cx:pt idx="2042">45.5</cx:pt>
          <cx:pt idx="2043">23.5</cx:pt>
          <cx:pt idx="2044">26.5</cx:pt>
          <cx:pt idx="2045">64</cx:pt>
          <cx:pt idx="2046">63.5</cx:pt>
          <cx:pt idx="2047">54.5</cx:pt>
          <cx:pt idx="2048">22</cx:pt>
          <cx:pt idx="2049">37.5</cx:pt>
          <cx:pt idx="2050">37.5</cx:pt>
          <cx:pt idx="2051">58.5</cx:pt>
          <cx:pt idx="2052">58</cx:pt>
          <cx:pt idx="2053">45</cx:pt>
          <cx:pt idx="2054">45</cx:pt>
          <cx:pt idx="2055">48</cx:pt>
          <cx:pt idx="2056">29.5</cx:pt>
          <cx:pt idx="2057">28</cx:pt>
          <cx:pt idx="2058">21.5</cx:pt>
          <cx:pt idx="2059">58</cx:pt>
          <cx:pt idx="2060">51.5</cx:pt>
          <cx:pt idx="2061">37.5</cx:pt>
          <cx:pt idx="2062">39</cx:pt>
          <cx:pt idx="2063">59.5</cx:pt>
          <cx:pt idx="2064">63</cx:pt>
          <cx:pt idx="2065">25.5</cx:pt>
          <cx:pt idx="2066">20.5</cx:pt>
          <cx:pt idx="2067">32</cx:pt>
          <cx:pt idx="2068">45</cx:pt>
          <cx:pt idx="2069">48.5</cx:pt>
          <cx:pt idx="2070">58</cx:pt>
          <cx:pt idx="2071">59</cx:pt>
          <cx:pt idx="2072">33.5</cx:pt>
          <cx:pt idx="2073">47</cx:pt>
          <cx:pt idx="2074">21.5</cx:pt>
          <cx:pt idx="2075">46</cx:pt>
          <cx:pt idx="2076">28</cx:pt>
          <cx:pt idx="2077">41</cx:pt>
          <cx:pt idx="2078">20</cx:pt>
          <cx:pt idx="2079">45</cx:pt>
          <cx:pt idx="2080">59.5</cx:pt>
          <cx:pt idx="2081">37</cx:pt>
          <cx:pt idx="2082">18.5</cx:pt>
          <cx:pt idx="2083">51</cx:pt>
          <cx:pt idx="2084">52</cx:pt>
          <cx:pt idx="2085">27</cx:pt>
          <cx:pt idx="2086">29</cx:pt>
          <cx:pt idx="2087">18.5</cx:pt>
          <cx:pt idx="2088">41</cx:pt>
          <cx:pt idx="2089">41.5</cx:pt>
          <cx:pt idx="2090">22</cx:pt>
          <cx:pt idx="2091">19.5</cx:pt>
          <cx:pt idx="2092">50</cx:pt>
          <cx:pt idx="2093">46</cx:pt>
          <cx:pt idx="2094">45</cx:pt>
          <cx:pt idx="2095">64.5</cx:pt>
          <cx:pt idx="2096">38.5</cx:pt>
          <cx:pt idx="2097">34.5</cx:pt>
          <cx:pt idx="2098">18</cx:pt>
          <cx:pt idx="2099">62.5</cx:pt>
          <cx:pt idx="2100">29</cx:pt>
          <cx:pt idx="2101">44</cx:pt>
          <cx:pt idx="2102">42.5</cx:pt>
          <cx:pt idx="2103">54.5</cx:pt>
          <cx:pt idx="2104">56.5</cx:pt>
          <cx:pt idx="2105">26</cx:pt>
          <cx:pt idx="2106">23</cx:pt>
          <cx:pt idx="2107">39</cx:pt>
          <cx:pt idx="2108">55.5</cx:pt>
          <cx:pt idx="2109">58</cx:pt>
          <cx:pt idx="2110">44.5</cx:pt>
          <cx:pt idx="2111">25.5</cx:pt>
          <cx:pt idx="2112">54</cx:pt>
          <cx:pt idx="2113">56.5</cx:pt>
          <cx:pt idx="2114">30</cx:pt>
          <cx:pt idx="2115">18</cx:pt>
          <cx:pt idx="2116">18</cx:pt>
          <cx:pt idx="2117">58</cx:pt>
          <cx:pt idx="2118">57</cx:pt>
          <cx:pt idx="2119">56</cx:pt>
          <cx:pt idx="2120">32.5</cx:pt>
          <cx:pt idx="2121">28</cx:pt>
          <cx:pt idx="2122">26</cx:pt>
          <cx:pt idx="2123">47.5</cx:pt>
          <cx:pt idx="2124">46</cx:pt>
          <cx:pt idx="2125">24.5</cx:pt>
          <cx:pt idx="2126">20.5</cx:pt>
          <cx:pt idx="2127">37</cx:pt>
          <cx:pt idx="2128">54.5</cx:pt>
          <cx:pt idx="2129">54</cx:pt>
          <cx:pt idx="2130">28</cx:pt>
          <cx:pt idx="2131">26</cx:pt>
          <cx:pt idx="2132">53</cx:pt>
          <cx:pt idx="2133">46</cx:pt>
          <cx:pt idx="2134">43</cx:pt>
          <cx:pt idx="2135">20.5</cx:pt>
          <cx:pt idx="2136">19</cx:pt>
          <cx:pt idx="2137">55.5</cx:pt>
          <cx:pt idx="2138">35.5</cx:pt>
          <cx:pt idx="2139">18</cx:pt>
          <cx:pt idx="2140">53.5</cx:pt>
          <cx:pt idx="2141">21</cx:pt>
          <cx:pt idx="2142">18.5</cx:pt>
          <cx:pt idx="2143">53</cx:pt>
          <cx:pt idx="2144">47</cx:pt>
          <cx:pt idx="2145">27</cx:pt>
          <cx:pt idx="2146">25</cx:pt>
          <cx:pt idx="2147">38</cx:pt>
          <cx:pt idx="2148">63</cx:pt>
          <cx:pt idx="2149">61</cx:pt>
          <cx:pt idx="2150">29</cx:pt>
          <cx:pt idx="2151">24</cx:pt>
          <cx:pt idx="2152">18</cx:pt>
          <cx:pt idx="2153">19</cx:pt>
          <cx:pt idx="2154">64.5</cx:pt>
          <cx:pt idx="2155">27.5</cx:pt>
          <cx:pt idx="2156">38</cx:pt>
          <cx:pt idx="2157">18</cx:pt>
          <cx:pt idx="2158">58</cx:pt>
          <cx:pt idx="2159">33</cx:pt>
          <cx:pt idx="2160">18.5</cx:pt>
          <cx:pt idx="2161">18.5</cx:pt>
          <cx:pt idx="2162">41.5</cx:pt>
          <cx:pt idx="2163">18.5</cx:pt>
          <cx:pt idx="2164">19</cx:pt>
          <cx:pt idx="2165">40.5</cx:pt>
          <cx:pt idx="2166">36</cx:pt>
          <cx:pt idx="2167">54</cx:pt>
          <cx:pt idx="2168">18.5</cx:pt>
          <cx:pt idx="2169">64</cx:pt>
          <cx:pt idx="2170">60</cx:pt>
          <cx:pt idx="2171">27.5</cx:pt>
          <cx:pt idx="2172">38</cx:pt>
          <cx:pt idx="2173">19</cx:pt>
          <cx:pt idx="2174">50</cx:pt>
          <cx:pt idx="2175">31</cx:pt>
          <cx:pt idx="2176">25</cx:pt>
          <cx:pt idx="2177">62.5</cx:pt>
          <cx:pt idx="2178">35</cx:pt>
          <cx:pt idx="2179">65</cx:pt>
          <cx:pt idx="2180">55.5</cx:pt>
          <cx:pt idx="2181">48</cx:pt>
          <cx:pt idx="2182">27</cx:pt>
          <cx:pt idx="2183">18.5</cx:pt>
          <cx:pt idx="2184">57.5</cx:pt>
          <cx:pt idx="2185">50.5</cx:pt>
          <cx:pt idx="2186">49</cx:pt>
          <cx:pt idx="2187">41.5</cx:pt>
          <cx:pt idx="2188">43.5</cx:pt>
          <cx:pt idx="2189">19.5</cx:pt>
          <cx:pt idx="2190">50.5</cx:pt>
          <cx:pt idx="2191">42</cx:pt>
          <cx:pt idx="2192">50.5</cx:pt>
          <cx:pt idx="2193">21</cx:pt>
          <cx:pt idx="2194">20.5</cx:pt>
          <cx:pt idx="2195">52.5</cx:pt>
          <cx:pt idx="2196">53</cx:pt>
          <cx:pt idx="2197">29.5</cx:pt>
          <cx:pt idx="2198">38</cx:pt>
          <cx:pt idx="2199">18.5</cx:pt>
          <cx:pt idx="2200">37</cx:pt>
          <cx:pt idx="2201">49</cx:pt>
          <cx:pt idx="2202">39</cx:pt>
          <cx:pt idx="2203">22</cx:pt>
          <cx:pt idx="2204">47.5</cx:pt>
          <cx:pt idx="2205">18.5</cx:pt>
          <cx:pt idx="2206">41</cx:pt>
          <cx:pt idx="2207">38.5</cx:pt>
          <cx:pt idx="2208">53</cx:pt>
          <cx:pt idx="2209">33.5</cx:pt>
          <cx:pt idx="2210">18</cx:pt>
          <cx:pt idx="2211">30</cx:pt>
          <cx:pt idx="2212">27.5</cx:pt>
          <cx:pt idx="2213">50.5</cx:pt>
          <cx:pt idx="2214">48.5</cx:pt>
          <cx:pt idx="2215">26</cx:pt>
          <cx:pt idx="2216">18</cx:pt>
          <cx:pt idx="2217">44</cx:pt>
          <cx:pt idx="2218">46.5</cx:pt>
          <cx:pt idx="2219">46.5</cx:pt>
          <cx:pt idx="2220">49.5</cx:pt>
          <cx:pt idx="2221">46</cx:pt>
          <cx:pt idx="2222">28.5</cx:pt>
          <cx:pt idx="2223">39</cx:pt>
          <cx:pt idx="2224">45.5</cx:pt>
          <cx:pt idx="2225">53</cx:pt>
          <cx:pt idx="2226">59.5</cx:pt>
          <cx:pt idx="2227">37</cx:pt>
          <cx:pt idx="2228">36.5</cx:pt>
          <cx:pt idx="2229">38</cx:pt>
          <cx:pt idx="2230">62</cx:pt>
          <cx:pt idx="2231">36</cx:pt>
          <cx:pt idx="2232">60</cx:pt>
          <cx:pt idx="2233">36.5</cx:pt>
          <cx:pt idx="2234">60.5</cx:pt>
          <cx:pt idx="2235">35.5</cx:pt>
          <cx:pt idx="2236">57.5</cx:pt>
          <cx:pt idx="2237">58.5</cx:pt>
          <cx:pt idx="2238">35</cx:pt>
          <cx:pt idx="2239">37.5</cx:pt>
          <cx:pt idx="2240">54</cx:pt>
          <cx:pt idx="2241">45</cx:pt>
          <cx:pt idx="2242">37.5</cx:pt>
          <cx:pt idx="2243">18</cx:pt>
          <cx:pt idx="2244">38.5</cx:pt>
          <cx:pt idx="2245">51.5</cx:pt>
          <cx:pt idx="2246">38.5</cx:pt>
          <cx:pt idx="2247">46.5</cx:pt>
          <cx:pt idx="2248">40.5</cx:pt>
          <cx:pt idx="2249">53.5</cx:pt>
          <cx:pt idx="2250">53.5</cx:pt>
          <cx:pt idx="2251">30</cx:pt>
          <cx:pt idx="2252">37</cx:pt>
          <cx:pt idx="2253">37</cx:pt>
          <cx:pt idx="2254">61</cx:pt>
          <cx:pt idx="2255">20</cx:pt>
          <cx:pt idx="2256">41.5</cx:pt>
          <cx:pt idx="2257">35</cx:pt>
          <cx:pt idx="2258">39.5</cx:pt>
          <cx:pt idx="2259">24.5</cx:pt>
          <cx:pt idx="2260">40.5</cx:pt>
          <cx:pt idx="2261">40.5</cx:pt>
          <cx:pt idx="2262">18.5</cx:pt>
          <cx:pt idx="2263">37</cx:pt>
          <cx:pt idx="2264">57.5</cx:pt>
          <cx:pt idx="2265">38.5</cx:pt>
          <cx:pt idx="2266">40.5</cx:pt>
          <cx:pt idx="2267">42.5</cx:pt>
          <cx:pt idx="2268">36.5</cx:pt>
          <cx:pt idx="2269">44</cx:pt>
          <cx:pt idx="2270">24</cx:pt>
          <cx:pt idx="2271">42</cx:pt>
          <cx:pt idx="2272">18.5</cx:pt>
          <cx:pt idx="2273">36.5</cx:pt>
          <cx:pt idx="2274">42</cx:pt>
          <cx:pt idx="2275">40.5</cx:pt>
          <cx:pt idx="2276">38</cx:pt>
          <cx:pt idx="2277">40.5</cx:pt>
          <cx:pt idx="2278">50</cx:pt>
          <cx:pt idx="2279">18</cx:pt>
          <cx:pt idx="2280">37.5</cx:pt>
          <cx:pt idx="2281">18</cx:pt>
          <cx:pt idx="2282">39.5</cx:pt>
          <cx:pt idx="2283">22.5</cx:pt>
          <cx:pt idx="2284">20.5</cx:pt>
          <cx:pt idx="2285">35.5</cx:pt>
          <cx:pt idx="2286">34.5</cx:pt>
          <cx:pt idx="2287">37.5</cx:pt>
          <cx:pt idx="2288">50</cx:pt>
          <cx:pt idx="2289">55</cx:pt>
          <cx:pt idx="2290">31</cx:pt>
          <cx:pt idx="2291">64</cx:pt>
          <cx:pt idx="2292">43.5</cx:pt>
          <cx:pt idx="2293">24</cx:pt>
          <cx:pt idx="2294">57.5</cx:pt>
          <cx:pt idx="2295">38</cx:pt>
          <cx:pt idx="2296">41</cx:pt>
          <cx:pt idx="2297">53</cx:pt>
          <cx:pt idx="2298">55</cx:pt>
          <cx:pt idx="2299">33.5</cx:pt>
          <cx:pt idx="2300">48</cx:pt>
          <cx:pt idx="2301">27</cx:pt>
          <cx:pt idx="2302">44</cx:pt>
          <cx:pt idx="2303">27</cx:pt>
          <cx:pt idx="2304">19</cx:pt>
          <cx:pt idx="2305">43.5</cx:pt>
          <cx:pt idx="2306">21</cx:pt>
          <cx:pt idx="2307">62.5</cx:pt>
          <cx:pt idx="2308">58</cx:pt>
          <cx:pt idx="2309">35</cx:pt>
          <cx:pt idx="2310">31.5</cx:pt>
          <cx:pt idx="2311">43</cx:pt>
          <cx:pt idx="2312">40.5</cx:pt>
          <cx:pt idx="2313">49</cx:pt>
          <cx:pt idx="2314">26</cx:pt>
          <cx:pt idx="2315">44.5</cx:pt>
          <cx:pt idx="2316">24.5</cx:pt>
          <cx:pt idx="2317">41.5</cx:pt>
          <cx:pt idx="2318">40</cx:pt>
          <cx:pt idx="2319">38.5</cx:pt>
          <cx:pt idx="2320">22</cx:pt>
          <cx:pt idx="2321">18</cx:pt>
          <cx:pt idx="2322">31</cx:pt>
          <cx:pt idx="2323">27</cx:pt>
          <cx:pt idx="2324">36</cx:pt>
          <cx:pt idx="2325">33</cx:pt>
          <cx:pt idx="2326">30</cx:pt>
          <cx:pt idx="2327">50</cx:pt>
          <cx:pt idx="2328">23</cx:pt>
          <cx:pt idx="2329">60.5</cx:pt>
          <cx:pt idx="2330">64.5</cx:pt>
          <cx:pt idx="2331">31.5</cx:pt>
          <cx:pt idx="2332">25.5</cx:pt>
          <cx:pt idx="2333">50</cx:pt>
          <cx:pt idx="2334">26.5</cx:pt>
          <cx:pt idx="2335">33</cx:pt>
          <cx:pt idx="2336">43.5</cx:pt>
          <cx:pt idx="2337">23.5</cx:pt>
          <cx:pt idx="2338">38</cx:pt>
          <cx:pt idx="2339">33</cx:pt>
          <cx:pt idx="2340">28.5</cx:pt>
          <cx:pt idx="2341">65</cx:pt>
          <cx:pt idx="2342">50.5</cx:pt>
          <cx:pt idx="2343">44.5</cx:pt>
          <cx:pt idx="2344">21.5</cx:pt>
          <cx:pt idx="2345">37</cx:pt>
          <cx:pt idx="2346">18</cx:pt>
          <cx:pt idx="2347">58.5</cx:pt>
          <cx:pt idx="2348">34.5</cx:pt>
          <cx:pt idx="2349">59</cx:pt>
          <cx:pt idx="2350">39</cx:pt>
          <cx:pt idx="2351">53</cx:pt>
          <cx:pt idx="2352">18</cx:pt>
          <cx:pt idx="2353">18.5</cx:pt>
          <cx:pt idx="2354">32.5</cx:pt>
          <cx:pt idx="2355">43</cx:pt>
          <cx:pt idx="2356">49.5</cx:pt>
          <cx:pt idx="2357">24</cx:pt>
          <cx:pt idx="2358">39.5</cx:pt>
          <cx:pt idx="2359">37</cx:pt>
          <cx:pt idx="2360">32</cx:pt>
          <cx:pt idx="2361">38</cx:pt>
          <cx:pt idx="2362">35.5</cx:pt>
          <cx:pt idx="2363">39.5</cx:pt>
          <cx:pt idx="2364">36</cx:pt>
          <cx:pt idx="2365">57</cx:pt>
          <cx:pt idx="2366">63.5</cx:pt>
          <cx:pt idx="2367">61</cx:pt>
          <cx:pt idx="2368">62.5</cx:pt>
          <cx:pt idx="2369">31.5</cx:pt>
          <cx:pt idx="2370">47.5</cx:pt>
          <cx:pt idx="2371">24.5</cx:pt>
          <cx:pt idx="2372">55.5</cx:pt>
          <cx:pt idx="2373">33</cx:pt>
          <cx:pt idx="2374">58.5</cx:pt>
          <cx:pt idx="2375">60.5</cx:pt>
          <cx:pt idx="2376">39</cx:pt>
          <cx:pt idx="2377">59</cx:pt>
          <cx:pt idx="2378">48.5</cx:pt>
          <cx:pt idx="2379">38.5</cx:pt>
          <cx:pt idx="2380">39</cx:pt>
          <cx:pt idx="2381">20.5</cx:pt>
          <cx:pt idx="2382">40.5</cx:pt>
          <cx:pt idx="2383">50.5</cx:pt>
          <cx:pt idx="2384">45</cx:pt>
          <cx:pt idx="2385">44.5</cx:pt>
          <cx:pt idx="2386">41.5</cx:pt>
          <cx:pt idx="2387">49.5</cx:pt>
          <cx:pt idx="2388">50.5</cx:pt>
          <cx:pt idx="2389">26</cx:pt>
          <cx:pt idx="2390">49</cx:pt>
          <cx:pt idx="2391">47</cx:pt>
          <cx:pt idx="2392">23</cx:pt>
          <cx:pt idx="2393">18</cx:pt>
          <cx:pt idx="2394">49.5</cx:pt>
          <cx:pt idx="2395">28.5</cx:pt>
          <cx:pt idx="2396">39</cx:pt>
          <cx:pt idx="2397">42.5</cx:pt>
          <cx:pt idx="2398">62.5</cx:pt>
          <cx:pt idx="2399">57</cx:pt>
          <cx:pt idx="2400">41</cx:pt>
          <cx:pt idx="2401">64</cx:pt>
          <cx:pt idx="2402">64</cx:pt>
          <cx:pt idx="2403">42.5</cx:pt>
          <cx:pt idx="2404">40.5</cx:pt>
          <cx:pt idx="2405">51.5</cx:pt>
          <cx:pt idx="2406">41.5</cx:pt>
          <cx:pt idx="2407">44</cx:pt>
          <cx:pt idx="2408">21.5</cx:pt>
          <cx:pt idx="2409">49</cx:pt>
          <cx:pt idx="2410">49</cx:pt>
          <cx:pt idx="2411">47.5</cx:pt>
          <cx:pt idx="2412">24</cx:pt>
          <cx:pt idx="2413">37</cx:pt>
          <cx:pt idx="2414">54.5</cx:pt>
          <cx:pt idx="2415">55</cx:pt>
          <cx:pt idx="2416">38.5</cx:pt>
          <cx:pt idx="2417">34.5</cx:pt>
          <cx:pt idx="2418">60</cx:pt>
          <cx:pt idx="2419">55.5</cx:pt>
          <cx:pt idx="2420">30.5</cx:pt>
          <cx:pt idx="2421">36</cx:pt>
          <cx:pt idx="2422">37</cx:pt>
          <cx:pt idx="2423">65</cx:pt>
          <cx:pt idx="2424">64.5</cx:pt>
          <cx:pt idx="2425">49</cx:pt>
          <cx:pt idx="2426">44</cx:pt>
          <cx:pt idx="2427">22.5</cx:pt>
          <cx:pt idx="2428">33.5</cx:pt>
          <cx:pt idx="2429">44.5</cx:pt>
          <cx:pt idx="2430">47</cx:pt>
          <cx:pt idx="2431">24.5</cx:pt>
          <cx:pt idx="2432">20.5</cx:pt>
          <cx:pt idx="2433">51.5</cx:pt>
          <cx:pt idx="2434">35.5</cx:pt>
          <cx:pt idx="2435">32.5</cx:pt>
          <cx:pt idx="2436">45.5</cx:pt>
          <cx:pt idx="2437">49</cx:pt>
          <cx:pt idx="2438">51</cx:pt>
          <cx:pt idx="2439">27</cx:pt>
          <cx:pt idx="2440">38.5</cx:pt>
          <cx:pt idx="2441">20.5</cx:pt>
          <cx:pt idx="2442">60</cx:pt>
          <cx:pt idx="2443">51.5</cx:pt>
          <cx:pt idx="2444">38</cx:pt>
          <cx:pt idx="2445">34</cx:pt>
          <cx:pt idx="2446">42</cx:pt>
          <cx:pt idx="2447">52</cx:pt>
          <cx:pt idx="2448">45</cx:pt>
          <cx:pt idx="2449">50</cx:pt>
          <cx:pt idx="2450">62.5</cx:pt>
          <cx:pt idx="2451">28</cx:pt>
          <cx:pt idx="2452">47</cx:pt>
          <cx:pt idx="2453">46.5</cx:pt>
          <cx:pt idx="2454">41</cx:pt>
          <cx:pt idx="2455">20.5</cx:pt>
          <cx:pt idx="2456">42.5</cx:pt>
          <cx:pt idx="2457">40.5</cx:pt>
          <cx:pt idx="2458">32.5</cx:pt>
          <cx:pt idx="2459">39</cx:pt>
          <cx:pt idx="2460">52.5</cx:pt>
          <cx:pt idx="2461">42</cx:pt>
          <cx:pt idx="2462">24.5</cx:pt>
          <cx:pt idx="2463">40.5</cx:pt>
          <cx:pt idx="2464">59</cx:pt>
          <cx:pt idx="2465">58</cx:pt>
          <cx:pt idx="2466">46</cx:pt>
          <cx:pt idx="2467">27.5</cx:pt>
          <cx:pt idx="2468">18.5</cx:pt>
          <cx:pt idx="2469">35</cx:pt>
          <cx:pt idx="2470">36.5</cx:pt>
          <cx:pt idx="2471">44</cx:pt>
          <cx:pt idx="2472">59.5</cx:pt>
          <cx:pt idx="2473">27</cx:pt>
          <cx:pt idx="2474">43</cx:pt>
          <cx:pt idx="2475">39.5</cx:pt>
          <cx:pt idx="2476">37</cx:pt>
          <cx:pt idx="2477">59.5</cx:pt>
          <cx:pt idx="2478">29</cx:pt>
          <cx:pt idx="2479">53.5</cx:pt>
          <cx:pt idx="2480">55.5</cx:pt>
          <cx:pt idx="2481">36</cx:pt>
          <cx:pt idx="2482">36</cx:pt>
          <cx:pt idx="2483">43.5</cx:pt>
          <cx:pt idx="2484">19.5</cx:pt>
          <cx:pt idx="2485">53</cx:pt>
          <cx:pt idx="2486">20.5</cx:pt>
          <cx:pt idx="2487">46</cx:pt>
          <cx:pt idx="2488">23.5</cx:pt>
          <cx:pt idx="2489">21</cx:pt>
          <cx:pt idx="2490">37</cx:pt>
          <cx:pt idx="2491">39</cx:pt>
          <cx:pt idx="2492">48.5</cx:pt>
          <cx:pt idx="2493">54</cx:pt>
          <cx:pt idx="2494">36</cx:pt>
          <cx:pt idx="2495">37</cx:pt>
          <cx:pt idx="2496">38.5</cx:pt>
          <cx:pt idx="2497">61.5</cx:pt>
          <cx:pt idx="2498">30.5</cx:pt>
          <cx:pt idx="2499">37.5</cx:pt>
          <cx:pt idx="2500">45.5</cx:pt>
          <cx:pt idx="2501">38</cx:pt>
          <cx:pt idx="2502">44.5</cx:pt>
          <cx:pt idx="2503">18.5</cx:pt>
          <cx:pt idx="2504">55.5</cx:pt>
          <cx:pt idx="2505">56</cx:pt>
          <cx:pt idx="2506">29.5</cx:pt>
          <cx:pt idx="2507">63</cx:pt>
          <cx:pt idx="2508">38</cx:pt>
          <cx:pt idx="2509">52</cx:pt>
          <cx:pt idx="2510">51</cx:pt>
          <cx:pt idx="2511">30.5</cx:pt>
          <cx:pt idx="2512">28.5</cx:pt>
          <cx:pt idx="2513">59.5</cx:pt>
          <cx:pt idx="2514">35</cx:pt>
          <cx:pt idx="2515">30.5</cx:pt>
          <cx:pt idx="2516">27.5</cx:pt>
          <cx:pt idx="2517">54.5</cx:pt>
          <cx:pt idx="2518">33</cx:pt>
          <cx:pt idx="2519">48</cx:pt>
          <cx:pt idx="2520">43.5</cx:pt>
          <cx:pt idx="2521">18.5</cx:pt>
          <cx:pt idx="2522">54.5</cx:pt>
          <cx:pt idx="2523">35.5</cx:pt>
          <cx:pt idx="2524">47</cx:pt>
          <cx:pt idx="2525">21</cx:pt>
          <cx:pt idx="2526">44.5</cx:pt>
          <cx:pt idx="2527">22.5</cx:pt>
          <cx:pt idx="2528">60.5</cx:pt>
          <cx:pt idx="2529">39.5</cx:pt>
          <cx:pt idx="2530">35.5</cx:pt>
          <cx:pt idx="2531">28</cx:pt>
          <cx:pt idx="2532">35</cx:pt>
          <cx:pt idx="2533">37</cx:pt>
          <cx:pt idx="2534">44</cx:pt>
          <cx:pt idx="2535">46.5</cx:pt>
          <cx:pt idx="2536">18</cx:pt>
          <cx:pt idx="2537">37</cx:pt>
          <cx:pt idx="2538">40</cx:pt>
          <cx:pt idx="2539">30.5</cx:pt>
          <cx:pt idx="2540">35</cx:pt>
          <cx:pt idx="2541">52</cx:pt>
          <cx:pt idx="2542">52.5</cx:pt>
          <cx:pt idx="2543">20</cx:pt>
          <cx:pt idx="2544">51.5</cx:pt>
          <cx:pt idx="2545">47.5</cx:pt>
          <cx:pt idx="2546">25</cx:pt>
          <cx:pt idx="2547">21</cx:pt>
          <cx:pt idx="2548">40.5</cx:pt>
          <cx:pt idx="2549">39</cx:pt>
          <cx:pt idx="2550">18</cx:pt>
          <cx:pt idx="2551">38.5</cx:pt>
          <cx:pt idx="2552">42.5</cx:pt>
          <cx:pt idx="2553">61</cx:pt>
          <cx:pt idx="2554">44</cx:pt>
          <cx:pt idx="2555">22.5</cx:pt>
          <cx:pt idx="2556">40</cx:pt>
          <cx:pt idx="2557">37.5</cx:pt>
          <cx:pt idx="2558">63.5</cx:pt>
          <cx:pt idx="2559">29</cx:pt>
          <cx:pt idx="2560">23.5</cx:pt>
          <cx:pt idx="2561">50.5</cx:pt>
          <cx:pt idx="2562">49.5</cx:pt>
          <cx:pt idx="2563">28</cx:pt>
          <cx:pt idx="2564">24</cx:pt>
          <cx:pt idx="2565">37</cx:pt>
          <cx:pt idx="2566">52</cx:pt>
          <cx:pt idx="2567">45</cx:pt>
          <cx:pt idx="2568">40</cx:pt>
          <cx:pt idx="2569">20</cx:pt>
          <cx:pt idx="2570">55.5</cx:pt>
          <cx:pt idx="2571">45.5</cx:pt>
          <cx:pt idx="2572">54</cx:pt>
          <cx:pt idx="2573">48</cx:pt>
          <cx:pt idx="2574">38.5</cx:pt>
          <cx:pt idx="2575">37</cx:pt>
          <cx:pt idx="2576">33.5</cx:pt>
          <cx:pt idx="2577">49</cx:pt>
          <cx:pt idx="2578">27</cx:pt>
          <cx:pt idx="2579">58.5</cx:pt>
          <cx:pt idx="2580">54</cx:pt>
          <cx:pt idx="2581">57</cx:pt>
          <cx:pt idx="2582">60</cx:pt>
          <cx:pt idx="2583">30</cx:pt>
          <cx:pt idx="2584">36.5</cx:pt>
          <cx:pt idx="2585">24</cx:pt>
          <cx:pt idx="2586">48.5</cx:pt>
          <cx:pt idx="2587">24.5</cx:pt>
          <cx:pt idx="2588">36.5</cx:pt>
          <cx:pt idx="2589">42.5</cx:pt>
          <cx:pt idx="2590">41.5</cx:pt>
          <cx:pt idx="2591">22</cx:pt>
          <cx:pt idx="2592">19</cx:pt>
          <cx:pt idx="2593">57.5</cx:pt>
          <cx:pt idx="2594">20</cx:pt>
          <cx:pt idx="2595">37</cx:pt>
          <cx:pt idx="2596">37</cx:pt>
          <cx:pt idx="2597">38</cx:pt>
          <cx:pt idx="2598">19.5</cx:pt>
          <cx:pt idx="2599">38</cx:pt>
          <cx:pt idx="2600">38</cx:pt>
          <cx:pt idx="2601">60</cx:pt>
          <cx:pt idx="2602">61.5</cx:pt>
          <cx:pt idx="2603">42.5</cx:pt>
          <cx:pt idx="2604">47</cx:pt>
          <cx:pt idx="2605">51</cx:pt>
          <cx:pt idx="2606">46</cx:pt>
          <cx:pt idx="2607">43</cx:pt>
          <cx:pt idx="2608">34.5</cx:pt>
          <cx:pt idx="2609">48</cx:pt>
          <cx:pt idx="2610">36.5</cx:pt>
          <cx:pt idx="2611">37</cx:pt>
          <cx:pt idx="2612">33.5</cx:pt>
          <cx:pt idx="2613">62</cx:pt>
          <cx:pt idx="2614">38.5</cx:pt>
          <cx:pt idx="2615">42.5</cx:pt>
          <cx:pt idx="2616">39.5</cx:pt>
          <cx:pt idx="2617">41</cx:pt>
          <cx:pt idx="2618">41</cx:pt>
          <cx:pt idx="2619">25</cx:pt>
          <cx:pt idx="2620">56</cx:pt>
          <cx:pt idx="2621">30</cx:pt>
          <cx:pt idx="2622">56</cx:pt>
          <cx:pt idx="2623">52</cx:pt>
          <cx:pt idx="2624">26.5</cx:pt>
          <cx:pt idx="2625">24.5</cx:pt>
          <cx:pt idx="2626">39</cx:pt>
          <cx:pt idx="2627">57</cx:pt>
          <cx:pt idx="2628">39</cx:pt>
          <cx:pt idx="2629">19.5</cx:pt>
          <cx:pt idx="2630">44.5</cx:pt>
          <cx:pt idx="2631">44.5</cx:pt>
          <cx:pt idx="2632">22.5</cx:pt>
          <cx:pt idx="2633">52</cx:pt>
          <cx:pt idx="2634">38</cx:pt>
          <cx:pt idx="2635">55.5</cx:pt>
          <cx:pt idx="2636">22</cx:pt>
          <cx:pt idx="2637">43</cx:pt>
          <cx:pt idx="2638">19</cx:pt>
          <cx:pt idx="2639">42</cx:pt>
          <cx:pt idx="2640">52</cx:pt>
          <cx:pt idx="2641">18</cx:pt>
          <cx:pt idx="2642">37.5</cx:pt>
          <cx:pt idx="2643">41</cx:pt>
          <cx:pt idx="2644">18</cx:pt>
          <cx:pt idx="2645">57.5</cx:pt>
          <cx:pt idx="2646">55.5</cx:pt>
          <cx:pt idx="2647">35.5</cx:pt>
          <cx:pt idx="2648">46</cx:pt>
          <cx:pt idx="2649">24</cx:pt>
          <cx:pt idx="2650">45.5</cx:pt>
          <cx:pt idx="2651">38</cx:pt>
          <cx:pt idx="2652">40.5</cx:pt>
          <cx:pt idx="2653">42</cx:pt>
          <cx:pt idx="2654">20</cx:pt>
          <cx:pt idx="2655">50.5</cx:pt>
          <cx:pt idx="2656">25.5</cx:pt>
          <cx:pt idx="2657">41.5</cx:pt>
          <cx:pt idx="2658">42</cx:pt>
          <cx:pt idx="2659">38</cx:pt>
          <cx:pt idx="2660">34.5</cx:pt>
          <cx:pt idx="2661">59.5</cx:pt>
          <cx:pt idx="2662">54</cx:pt>
          <cx:pt idx="2663">36</cx:pt>
          <cx:pt idx="2664">28</cx:pt>
          <cx:pt idx="2665">27</cx:pt>
          <cx:pt idx="2666">22</cx:pt>
          <cx:pt idx="2667">42.5</cx:pt>
          <cx:pt idx="2668">46.5</cx:pt>
          <cx:pt idx="2669">23.5</cx:pt>
          <cx:pt idx="2670">43</cx:pt>
          <cx:pt idx="2671">34</cx:pt>
          <cx:pt idx="2672">42</cx:pt>
          <cx:pt idx="2673">34</cx:pt>
          <cx:pt idx="2674">39</cx:pt>
          <cx:pt idx="2675">60</cx:pt>
          <cx:pt idx="2676">24.5</cx:pt>
          <cx:pt idx="2677">30.5</cx:pt>
          <cx:pt idx="2678">44.5</cx:pt>
          <cx:pt idx="2679">53</cx:pt>
          <cx:pt idx="2680">23</cx:pt>
          <cx:pt idx="2681">21</cx:pt>
          <cx:pt idx="2682">35.5</cx:pt>
          <cx:pt idx="2683">37.5</cx:pt>
          <cx:pt idx="2684">50</cx:pt>
          <cx:pt idx="2685">51</cx:pt>
          <cx:pt idx="2686">26</cx:pt>
          <cx:pt idx="2687">24.5</cx:pt>
          <cx:pt idx="2688">42</cx:pt>
          <cx:pt idx="2689">39.5</cx:pt>
          <cx:pt idx="2690">38.5</cx:pt>
          <cx:pt idx="2691">40.5</cx:pt>
          <cx:pt idx="2692">20</cx:pt>
          <cx:pt idx="2693">23</cx:pt>
          <cx:pt idx="2694">48</cx:pt>
          <cx:pt idx="2695">55</cx:pt>
          <cx:pt idx="2696">57</cx:pt>
          <cx:pt idx="2697">30.5</cx:pt>
          <cx:pt idx="2698">29</cx:pt>
          <cx:pt idx="2699">23</cx:pt>
          <cx:pt idx="2700">39.5</cx:pt>
          <cx:pt idx="2701">57</cx:pt>
          <cx:pt idx="2702">50</cx:pt>
          <cx:pt idx="2703">30.5</cx:pt>
          <cx:pt idx="2704">26.5</cx:pt>
          <cx:pt idx="2705">43.5</cx:pt>
          <cx:pt idx="2706">42</cx:pt>
          <cx:pt idx="2707">37.5</cx:pt>
          <cx:pt idx="2708">34</cx:pt>
          <cx:pt idx="2709">64.5</cx:pt>
          <cx:pt idx="2710">40</cx:pt>
          <cx:pt idx="2711">27.5</cx:pt>
          <cx:pt idx="2712">49</cx:pt>
          <cx:pt idx="2713">52</cx:pt>
          <cx:pt idx="2714">53</cx:pt>
          <cx:pt idx="2715">28.5</cx:pt>
          <cx:pt idx="2716">22</cx:pt>
          <cx:pt idx="2717">42.5</cx:pt>
          <cx:pt idx="2718">18.5</cx:pt>
          <cx:pt idx="2719">46.5</cx:pt>
          <cx:pt idx="2720">27.5</cx:pt>
          <cx:pt idx="2721">31.5</cx:pt>
          <cx:pt idx="2722">50</cx:pt>
          <cx:pt idx="2723">48.5</cx:pt>
          <cx:pt idx="2724">28</cx:pt>
          <cx:pt idx="2725">36.5</cx:pt>
          <cx:pt idx="2726">36</cx:pt>
          <cx:pt idx="2727">61</cx:pt>
          <cx:pt idx="2728">60</cx:pt>
          <cx:pt idx="2729">44.5</cx:pt>
          <cx:pt idx="2730">26</cx:pt>
          <cx:pt idx="2731">35.5</cx:pt>
          <cx:pt idx="2732">39.5</cx:pt>
          <cx:pt idx="2733">44</cx:pt>
          <cx:pt idx="2734">36.5</cx:pt>
          <cx:pt idx="2735">64</cx:pt>
          <cx:pt idx="2736">60.5</cx:pt>
          <cx:pt idx="2737">46.5</cx:pt>
          <cx:pt idx="2738">21</cx:pt>
          <cx:pt idx="2739">57</cx:pt>
          <cx:pt idx="2740">42</cx:pt>
          <cx:pt idx="2741">48.5</cx:pt>
          <cx:pt idx="2742">42.5</cx:pt>
          <cx:pt idx="2743">21.5</cx:pt>
          <cx:pt idx="2744">19.5</cx:pt>
          <cx:pt idx="2745">49.5</cx:pt>
          <cx:pt idx="2746">43</cx:pt>
          <cx:pt idx="2747">33.5</cx:pt>
          <cx:pt idx="2748">37.5</cx:pt>
          <cx:pt idx="2749">35.5</cx:pt>
          <cx:pt idx="2750">59</cx:pt>
          <cx:pt idx="2751">47</cx:pt>
          <cx:pt idx="2752">46.5</cx:pt>
          <cx:pt idx="2753">20.5</cx:pt>
          <cx:pt idx="2754">41.5</cx:pt>
          <cx:pt idx="2755">35</cx:pt>
          <cx:pt idx="2756">46.5</cx:pt>
          <cx:pt idx="2757">49</cx:pt>
          <cx:pt idx="2758">26</cx:pt>
          <cx:pt idx="2759">52</cx:pt>
          <cx:pt idx="2760">26.5</cx:pt>
          <cx:pt idx="2761">25.5</cx:pt>
          <cx:pt idx="2762">37</cx:pt>
          <cx:pt idx="2763">35.5</cx:pt>
          <cx:pt idx="2764">36.5</cx:pt>
          <cx:pt idx="2765">35</cx:pt>
          <cx:pt idx="2766">52</cx:pt>
          <cx:pt idx="2767">54</cx:pt>
          <cx:pt idx="2768">30.5</cx:pt>
          <cx:pt idx="2769">25</cx:pt>
          <cx:pt idx="2770">38</cx:pt>
          <cx:pt idx="2771">29</cx:pt>
          <cx:pt idx="2772">35.5</cx:pt>
          <cx:pt idx="2773">46.5</cx:pt>
          <cx:pt idx="2774">37</cx:pt>
          <cx:pt idx="2775">62.5</cx:pt>
          <cx:pt idx="2776">63.5</cx:pt>
          <cx:pt idx="2777">31</cx:pt>
          <cx:pt idx="2778">41</cx:pt>
          <cx:pt idx="2779">21</cx:pt>
          <cx:pt idx="2780">48</cx:pt>
          <cx:pt idx="2781">47</cx:pt>
          <cx:pt idx="2782">25</cx:pt>
          <cx:pt idx="2783">18</cx:pt>
          <cx:pt idx="2784">41</cx:pt>
          <cx:pt idx="2785">46</cx:pt>
          <cx:pt idx="2786">22</cx:pt>
          <cx:pt idx="2787">18</cx:pt>
          <cx:pt idx="2788">38</cx:pt>
          <cx:pt idx="2789">41</cx:pt>
          <cx:pt idx="2790">18.5</cx:pt>
          <cx:pt idx="2791">39</cx:pt>
          <cx:pt idx="2792">40</cx:pt>
          <cx:pt idx="2793">55.5</cx:pt>
          <cx:pt idx="2794">28</cx:pt>
          <cx:pt idx="2795">37.5</cx:pt>
          <cx:pt idx="2796">36.5</cx:pt>
          <cx:pt idx="2797">20.5</cx:pt>
          <cx:pt idx="2798">30.5</cx:pt>
          <cx:pt idx="2799">29</cx:pt>
          <cx:pt idx="2800">33.5</cx:pt>
          <cx:pt idx="2801">31</cx:pt>
          <cx:pt idx="2802">35</cx:pt>
          <cx:pt idx="2803">65</cx:pt>
          <cx:pt idx="2804">63</cx:pt>
          <cx:pt idx="2805">33.5</cx:pt>
          <cx:pt idx="2806">36</cx:pt>
          <cx:pt idx="2807">34.5</cx:pt>
          <cx:pt idx="2808">49.5</cx:pt>
          <cx:pt idx="2809">57</cx:pt>
          <cx:pt idx="2810">31</cx:pt>
          <cx:pt idx="2811">51.5</cx:pt>
          <cx:pt idx="2812">55.5</cx:pt>
          <cx:pt idx="2813">25</cx:pt>
          <cx:pt idx="2814">43.5</cx:pt>
          <cx:pt idx="2815">47.5</cx:pt>
          <cx:pt idx="2816">58.5</cx:pt>
          <cx:pt idx="2817">40</cx:pt>
          <cx:pt idx="2818">40.5</cx:pt>
          <cx:pt idx="2819">58.5</cx:pt>
          <cx:pt idx="2820">31</cx:pt>
          <cx:pt idx="2821">33.5</cx:pt>
          <cx:pt idx="2822">29</cx:pt>
          <cx:pt idx="2823">37.5</cx:pt>
          <cx:pt idx="2824">18</cx:pt>
          <cx:pt idx="2825">37.5</cx:pt>
          <cx:pt idx="2826">47.5</cx:pt>
          <cx:pt idx="2827">46</cx:pt>
          <cx:pt idx="2828">24</cx:pt>
          <cx:pt idx="2829">19.5</cx:pt>
          <cx:pt idx="2830">27.5</cx:pt>
          <cx:pt idx="2831">40.5</cx:pt>
          <cx:pt idx="2832">37.5</cx:pt>
          <cx:pt idx="2833">39.5</cx:pt>
          <cx:pt idx="2834">44.5</cx:pt>
          <cx:pt idx="2835">36.5</cx:pt>
          <cx:pt idx="2836">37.5</cx:pt>
          <cx:pt idx="2837">39.5</cx:pt>
          <cx:pt idx="2838">36.5</cx:pt>
          <cx:pt idx="2839">49</cx:pt>
          <cx:pt idx="2840">31</cx:pt>
          <cx:pt idx="2841">47</cx:pt>
          <cx:pt idx="2842">25</cx:pt>
          <cx:pt idx="2843">60</cx:pt>
          <cx:pt idx="2844">63</cx:pt>
          <cx:pt idx="2845">36</cx:pt>
          <cx:pt idx="2846">42</cx:pt>
          <cx:pt idx="2847">65</cx:pt>
          <cx:pt idx="2848">36.5</cx:pt>
          <cx:pt idx="2849">45</cx:pt>
          <cx:pt idx="2850">25.5</cx:pt>
          <cx:pt idx="2851">34.5</cx:pt>
          <cx:pt idx="2852">40</cx:pt>
          <cx:pt idx="2853">29</cx:pt>
          <cx:pt idx="2854">40.5</cx:pt>
          <cx:pt idx="2855">40</cx:pt>
          <cx:pt idx="2856">19</cx:pt>
          <cx:pt idx="2857">47</cx:pt>
          <cx:pt idx="2858">59.5</cx:pt>
          <cx:pt idx="2859">49.5</cx:pt>
          <cx:pt idx="2860">48.5</cx:pt>
          <cx:pt idx="2861">40.5</cx:pt>
          <cx:pt idx="2862">19</cx:pt>
          <cx:pt idx="2863">33</cx:pt>
          <cx:pt idx="2864">35.5</cx:pt>
          <cx:pt idx="2865">32.5</cx:pt>
          <cx:pt idx="2866">57</cx:pt>
          <cx:pt idx="2867">33</cx:pt>
          <cx:pt idx="2868">48</cx:pt>
          <cx:pt idx="2869">46</cx:pt>
          <cx:pt idx="2870">41</cx:pt>
          <cx:pt idx="2871">40.5</cx:pt>
          <cx:pt idx="2872">39.5</cx:pt>
          <cx:pt idx="2873">18</cx:pt>
          <cx:pt idx="2874">50.5</cx:pt>
          <cx:pt idx="2875">46.5</cx:pt>
          <cx:pt idx="2876">33</cx:pt>
          <cx:pt idx="2877">50</cx:pt>
          <cx:pt idx="2878">37.5</cx:pt>
          <cx:pt idx="2879">33.5</cx:pt>
          <cx:pt idx="2880">34</cx:pt>
          <cx:pt idx="2881">36</cx:pt>
          <cx:pt idx="2882">23.5</cx:pt>
          <cx:pt idx="2883">35</cx:pt>
          <cx:pt idx="2884">39.5</cx:pt>
          <cx:pt idx="2885">48</cx:pt>
          <cx:pt idx="2886">43.5</cx:pt>
          <cx:pt idx="2887">50.5</cx:pt>
          <cx:pt idx="2888">22.5</cx:pt>
          <cx:pt idx="2889">19</cx:pt>
          <cx:pt idx="2890">31</cx:pt>
          <cx:pt idx="2891">40.5</cx:pt>
          <cx:pt idx="2892">24.5</cx:pt>
          <cx:pt idx="2893">45.5</cx:pt>
          <cx:pt idx="2894">49.5</cx:pt>
          <cx:pt idx="2895">37</cx:pt>
          <cx:pt idx="2896">42.5</cx:pt>
          <cx:pt idx="2897">46.5</cx:pt>
          <cx:pt idx="2898">43</cx:pt>
          <cx:pt idx="2899">41</cx:pt>
          <cx:pt idx="2900">23.5</cx:pt>
          <cx:pt idx="2901">52</cx:pt>
          <cx:pt idx="2902">42</cx:pt>
          <cx:pt idx="2903">28</cx:pt>
          <cx:pt idx="2904">22</cx:pt>
          <cx:pt idx="2905">33.5</cx:pt>
          <cx:pt idx="2906">39.5</cx:pt>
          <cx:pt idx="2907">39</cx:pt>
          <cx:pt idx="2908">36.5</cx:pt>
          <cx:pt idx="2909">41</cx:pt>
          <cx:pt idx="2910">40</cx:pt>
          <cx:pt idx="2911">35</cx:pt>
          <cx:pt idx="2912">37</cx:pt>
          <cx:pt idx="2913">35</cx:pt>
          <cx:pt idx="2914">55</cx:pt>
          <cx:pt idx="2915">61</cx:pt>
          <cx:pt idx="2916">27</cx:pt>
          <cx:pt idx="2917">60</cx:pt>
          <cx:pt idx="2918">58.5</cx:pt>
          <cx:pt idx="2919">57</cx:pt>
          <cx:pt idx="2920">33.5</cx:pt>
          <cx:pt idx="2921">29</cx:pt>
          <cx:pt idx="2922">34.5</cx:pt>
          <cx:pt idx="2923">39</cx:pt>
          <cx:pt idx="2924">38</cx:pt>
          <cx:pt idx="2925">42</cx:pt>
          <cx:pt idx="2926">42</cx:pt>
          <cx:pt idx="2927">21.5</cx:pt>
          <cx:pt idx="2928">32.5</cx:pt>
          <cx:pt idx="2929">39</cx:pt>
          <cx:pt idx="2930">35</cx:pt>
          <cx:pt idx="2931">43</cx:pt>
          <cx:pt idx="2932">35</cx:pt>
          <cx:pt idx="2933">46.5</cx:pt>
          <cx:pt idx="2934">35</cx:pt>
          <cx:pt idx="2935">56</cx:pt>
          <cx:pt idx="2936">53</cx:pt>
          <cx:pt idx="2937">26</cx:pt>
          <cx:pt idx="2938">56</cx:pt>
          <cx:pt idx="2939">35.5</cx:pt>
          <cx:pt idx="2940">38</cx:pt>
          <cx:pt idx="2941">32</cx:pt>
          <cx:pt idx="2942">21.5</cx:pt>
          <cx:pt idx="2943">64.5</cx:pt>
          <cx:pt idx="2944">33.5</cx:pt>
          <cx:pt idx="2945">30</cx:pt>
          <cx:pt idx="2946">41.5</cx:pt>
          <cx:pt idx="2947">35.5</cx:pt>
          <cx:pt idx="2948">38</cx:pt>
          <cx:pt idx="2949">29.5</cx:pt>
          <cx:pt idx="2950">38.5</cx:pt>
          <cx:pt idx="2951">50.5</cx:pt>
          <cx:pt idx="2952">24.5</cx:pt>
          <cx:pt idx="2953">46.5</cx:pt>
          <cx:pt idx="2954">59</cx:pt>
          <cx:pt idx="2955">34.5</cx:pt>
          <cx:pt idx="2956">34</cx:pt>
          <cx:pt idx="2957">36</cx:pt>
          <cx:pt idx="2958">36</cx:pt>
          <cx:pt idx="2959">18.5</cx:pt>
          <cx:pt idx="2960">53</cx:pt>
          <cx:pt idx="2961">38.5</cx:pt>
          <cx:pt idx="2962">61.5</cx:pt>
          <cx:pt idx="2963">61.5</cx:pt>
          <cx:pt idx="2964">40.5</cx:pt>
          <cx:pt idx="2965">43.5</cx:pt>
          <cx:pt idx="2966">39.5</cx:pt>
          <cx:pt idx="2967">36.5</cx:pt>
          <cx:pt idx="2968">19.5</cx:pt>
          <cx:pt idx="2969">41</cx:pt>
          <cx:pt idx="2970">54.5</cx:pt>
          <cx:pt idx="2971">57.5</cx:pt>
          <cx:pt idx="2972">55</cx:pt>
          <cx:pt idx="2973">53</cx:pt>
          <cx:pt idx="2974">32.5</cx:pt>
          <cx:pt idx="2975">63</cx:pt>
          <cx:pt idx="2976">30</cx:pt>
          <cx:pt idx="2977">52</cx:pt>
          <cx:pt idx="2978">35.5</cx:pt>
          <cx:pt idx="2979">63</cx:pt>
          <cx:pt idx="2980">48</cx:pt>
          <cx:pt idx="2981">58.5</cx:pt>
          <cx:pt idx="2982">59.5</cx:pt>
          <cx:pt idx="2983">37</cx:pt>
          <cx:pt idx="2984">60</cx:pt>
          <cx:pt idx="2985">65</cx:pt>
          <cx:pt idx="2986">30.5</cx:pt>
          <cx:pt idx="2987">38</cx:pt>
          <cx:pt idx="2988">60</cx:pt>
          <cx:pt idx="2989">37.5</cx:pt>
          <cx:pt idx="2990">48.5</cx:pt>
          <cx:pt idx="2991">39</cx:pt>
          <cx:pt idx="2992">38.5</cx:pt>
          <cx:pt idx="2993">51.5</cx:pt>
          <cx:pt idx="2994">52</cx:pt>
          <cx:pt idx="2995">39</cx:pt>
          <cx:pt idx="2996">26</cx:pt>
          <cx:pt idx="2997">19.5</cx:pt>
          <cx:pt idx="2998">39.5</cx:pt>
          <cx:pt idx="2999">32.5</cx:pt>
          <cx:pt idx="3000">38.5</cx:pt>
          <cx:pt idx="3001">38.5</cx:pt>
          <cx:pt idx="3002">28.5</cx:pt>
          <cx:pt idx="3003">42</cx:pt>
          <cx:pt idx="3004">43</cx:pt>
          <cx:pt idx="3005">37</cx:pt>
          <cx:pt idx="3006">43</cx:pt>
          <cx:pt idx="3007">41.5</cx:pt>
          <cx:pt idx="3008">44.5</cx:pt>
          <cx:pt idx="3009">22.5</cx:pt>
          <cx:pt idx="3010">45.5</cx:pt>
          <cx:pt idx="3011">24.5</cx:pt>
          <cx:pt idx="3012">37.5</cx:pt>
          <cx:pt idx="3013">55</cx:pt>
          <cx:pt idx="3014">36.5</cx:pt>
          <cx:pt idx="3015">46.5</cx:pt>
          <cx:pt idx="3016">51.5</cx:pt>
          <cx:pt idx="3017">39.5</cx:pt>
          <cx:pt idx="3018">43</cx:pt>
          <cx:pt idx="3019">38.5</cx:pt>
          <cx:pt idx="3020">22</cx:pt>
          <cx:pt idx="3021">33.5</cx:pt>
          <cx:pt idx="3022">42.5</cx:pt>
          <cx:pt idx="3023">23.5</cx:pt>
          <cx:pt idx="3024">43</cx:pt>
          <cx:pt idx="3025">54.5</cx:pt>
          <cx:pt idx="3026">47.5</cx:pt>
          <cx:pt idx="3027">45</cx:pt>
          <cx:pt idx="3028">21</cx:pt>
          <cx:pt idx="3029">36.5</cx:pt>
          <cx:pt idx="3030">55</cx:pt>
          <cx:pt idx="3031">40.5</cx:pt>
          <cx:pt idx="3032">61.5</cx:pt>
          <cx:pt idx="3033">33</cx:pt>
          <cx:pt idx="3034">33.5</cx:pt>
          <cx:pt idx="3035">52</cx:pt>
          <cx:pt idx="3036">53</cx:pt>
          <cx:pt idx="3037">57</cx:pt>
          <cx:pt idx="3038">34.5</cx:pt>
          <cx:pt idx="3039">42.5</cx:pt>
          <cx:pt idx="3040">20</cx:pt>
          <cx:pt idx="3041">63</cx:pt>
          <cx:pt idx="3042">64.5</cx:pt>
          <cx:pt idx="3043">49</cx:pt>
          <cx:pt idx="3044">37.5</cx:pt>
          <cx:pt idx="3045">27.5</cx:pt>
          <cx:pt idx="3046">34</cx:pt>
          <cx:pt idx="3047">57.5</cx:pt>
          <cx:pt idx="3048">34.5</cx:pt>
          <cx:pt idx="3049">29</cx:pt>
          <cx:pt idx="3050">31.5</cx:pt>
          <cx:pt idx="3051">57.5</cx:pt>
          <cx:pt idx="3052">40.5</cx:pt>
          <cx:pt idx="3053">43.5</cx:pt>
          <cx:pt idx="3054">21.5</cx:pt>
          <cx:pt idx="3055">19</cx:pt>
          <cx:pt idx="3056">41</cx:pt>
          <cx:pt idx="3057">48</cx:pt>
          <cx:pt idx="3058">61</cx:pt>
          <cx:pt idx="3059">37.5</cx:pt>
          <cx:pt idx="3060">19.5</cx:pt>
          <cx:pt idx="3061">39</cx:pt>
          <cx:pt idx="3062">38</cx:pt>
          <cx:pt idx="3063">29</cx:pt>
          <cx:pt idx="3064">32.5</cx:pt>
          <cx:pt idx="3065">30.5</cx:pt>
          <cx:pt idx="3066">54</cx:pt>
          <cx:pt idx="3067">34</cx:pt>
          <cx:pt idx="3068">65</cx:pt>
          <cx:pt idx="3069">37.5</cx:pt>
          <cx:pt idx="3070">18</cx:pt>
          <cx:pt idx="3071">59.5</cx:pt>
          <cx:pt idx="3072">52.5</cx:pt>
          <cx:pt idx="3073">30.5</cx:pt>
          <cx:pt idx="3074">32</cx:pt>
          <cx:pt idx="3075">45.5</cx:pt>
          <cx:pt idx="3076">37</cx:pt>
          <cx:pt idx="3077">38</cx:pt>
          <cx:pt idx="3078">37.5</cx:pt>
          <cx:pt idx="3079">43</cx:pt>
          <cx:pt idx="3080">50</cx:pt>
          <cx:pt idx="3081">32.5</cx:pt>
          <cx:pt idx="3082">47</cx:pt>
          <cx:pt idx="3083">22.5</cx:pt>
          <cx:pt idx="3084">39</cx:pt>
          <cx:pt idx="3085">37.5</cx:pt>
          <cx:pt idx="3086">47</cx:pt>
          <cx:pt idx="3087">46</cx:pt>
          <cx:pt idx="3088">24.5</cx:pt>
          <cx:pt idx="3089">20.5</cx:pt>
          <cx:pt idx="3090">40</cx:pt>
          <cx:pt idx="3091">29.5</cx:pt>
          <cx:pt idx="3092">34.5</cx:pt>
          <cx:pt idx="3093">44</cx:pt>
          <cx:pt idx="3094">34</cx:pt>
          <cx:pt idx="3095">42.5</cx:pt>
          <cx:pt idx="3096">40</cx:pt>
          <cx:pt idx="3097">19.5</cx:pt>
          <cx:pt idx="3098">44.5</cx:pt>
          <cx:pt idx="3099">21.5</cx:pt>
          <cx:pt idx="3100">64.5</cx:pt>
          <cx:pt idx="3101">30.5</cx:pt>
          <cx:pt idx="3102">36.5</cx:pt>
          <cx:pt idx="3103">33</cx:pt>
          <cx:pt idx="3104">38</cx:pt>
          <cx:pt idx="3105">36</cx:pt>
          <cx:pt idx="3106">18.5</cx:pt>
          <cx:pt idx="3107">42</cx:pt>
          <cx:pt idx="3108">47.5</cx:pt>
          <cx:pt idx="3109">33.5</cx:pt>
          <cx:pt idx="3110">38.5</cx:pt>
          <cx:pt idx="3111">18</cx:pt>
          <cx:pt idx="3112">39</cx:pt>
          <cx:pt idx="3113">40.5</cx:pt>
          <cx:pt idx="3114">39.5</cx:pt>
          <cx:pt idx="3115">42.5</cx:pt>
          <cx:pt idx="3116">49</cx:pt>
          <cx:pt idx="3117">37.5</cx:pt>
          <cx:pt idx="3118">30</cx:pt>
          <cx:pt idx="3119">33.5</cx:pt>
          <cx:pt idx="3120">41</cx:pt>
          <cx:pt idx="3121">56.5</cx:pt>
          <cx:pt idx="3122">58.5</cx:pt>
          <cx:pt idx="3123">41</cx:pt>
          <cx:pt idx="3124">54.5</cx:pt>
          <cx:pt idx="3125">32</cx:pt>
          <cx:pt idx="3126">61</cx:pt>
          <cx:pt idx="3127">28.5</cx:pt>
          <cx:pt idx="3128">50</cx:pt>
          <cx:pt idx="3129">26.5</cx:pt>
          <cx:pt idx="3130">24</cx:pt>
          <cx:pt idx="3131">44.5</cx:pt>
          <cx:pt idx="3132">19.5</cx:pt>
          <cx:pt idx="3133">32</cx:pt>
          <cx:pt idx="3134">63</cx:pt>
          <cx:pt idx="3135">64.5</cx:pt>
          <cx:pt idx="3136">37.5</cx:pt>
          <cx:pt idx="3137">40.5</cx:pt>
          <cx:pt idx="3138">33</cx:pt>
          <cx:pt idx="3139">29.5</cx:pt>
          <cx:pt idx="3140">29.5</cx:pt>
          <cx:pt idx="3141">37</cx:pt>
          <cx:pt idx="3142">34.5</cx:pt>
          <cx:pt idx="3143">40.5</cx:pt>
          <cx:pt idx="3144">35.5</cx:pt>
          <cx:pt idx="3145">50</cx:pt>
          <cx:pt idx="3146">44</cx:pt>
          <cx:pt idx="3147">18</cx:pt>
          <cx:pt idx="3148">58</cx:pt>
          <cx:pt idx="3149">64.5</cx:pt>
          <cx:pt idx="3150">32.5</cx:pt>
          <cx:pt idx="3151">43.5</cx:pt>
          <cx:pt idx="3152">39.5</cx:pt>
          <cx:pt idx="3153">24.5</cx:pt>
          <cx:pt idx="3154">51</cx:pt>
          <cx:pt idx="3155">43</cx:pt>
          <cx:pt idx="3156">40</cx:pt>
          <cx:pt idx="3157">40</cx:pt>
          <cx:pt idx="3158">34.5</cx:pt>
          <cx:pt idx="3159">53</cx:pt>
          <cx:pt idx="3160">26</cx:pt>
          <cx:pt idx="3161">52</cx:pt>
          <cx:pt idx="3162">53.5</cx:pt>
          <cx:pt idx="3163">26.5</cx:pt>
          <cx:pt idx="3164">49.5</cx:pt>
          <cx:pt idx="3165">57</cx:pt>
          <cx:pt idx="3166">19.5</cx:pt>
          <cx:pt idx="3167">51</cx:pt>
          <cx:pt idx="3168">49</cx:pt>
          <cx:pt idx="3169">33</cx:pt>
          <cx:pt idx="3170">56.5</cx:pt>
          <cx:pt idx="3171">28.5</cx:pt>
          <cx:pt idx="3172">39</cx:pt>
          <cx:pt idx="3173">34.5</cx:pt>
          <cx:pt idx="3174">35.5</cx:pt>
          <cx:pt idx="3175">50</cx:pt>
          <cx:pt idx="3176">56.5</cx:pt>
          <cx:pt idx="3177">61.5</cx:pt>
          <cx:pt idx="3178">35</cx:pt>
          <cx:pt idx="3179">31.5</cx:pt>
          <cx:pt idx="3180">25.5</cx:pt>
          <cx:pt idx="3181">55.5</cx:pt>
          <cx:pt idx="3182">55.5</cx:pt>
          <cx:pt idx="3183">32</cx:pt>
          <cx:pt idx="3184">28.5</cx:pt>
          <cx:pt idx="3185">52</cx:pt>
          <cx:pt idx="3186">54</cx:pt>
          <cx:pt idx="3187">18</cx:pt>
          <cx:pt idx="3188">23.5</cx:pt>
          <cx:pt idx="3189">51</cx:pt>
          <cx:pt idx="3190">23.5</cx:pt>
          <cx:pt idx="3191">58.5</cx:pt>
          <cx:pt idx="3192">55</cx:pt>
          <cx:pt idx="3193">52.5</cx:pt>
          <cx:pt idx="3194">41</cx:pt>
          <cx:pt idx="3195">18.5</cx:pt>
          <cx:pt idx="3196">28</cx:pt>
          <cx:pt idx="3197">51</cx:pt>
          <cx:pt idx="3198">54.5</cx:pt>
          <cx:pt idx="3199">46.5</cx:pt>
          <cx:pt idx="3200">46.5</cx:pt>
          <cx:pt idx="3201">47</cx:pt>
          <cx:pt idx="3202">26.5</cx:pt>
          <cx:pt idx="3203">23.5</cx:pt>
          <cx:pt idx="3204">58.5</cx:pt>
          <cx:pt idx="3205">55</cx:pt>
          <cx:pt idx="3206">26</cx:pt>
          <cx:pt idx="3207">49.5</cx:pt>
          <cx:pt idx="3208">28.5</cx:pt>
          <cx:pt idx="3209">49.5</cx:pt>
          <cx:pt idx="3210">19</cx:pt>
          <cx:pt idx="3211">42</cx:pt>
          <cx:pt idx="3212">44.5</cx:pt>
          <cx:pt idx="3213">21</cx:pt>
          <cx:pt idx="3214">65</cx:pt>
          <cx:pt idx="3215">64.5</cx:pt>
          <cx:pt idx="3216">34.5</cx:pt>
          <cx:pt idx="3217">46</cx:pt>
          <cx:pt idx="3218">32.5</cx:pt>
          <cx:pt idx="3219">57</cx:pt>
          <cx:pt idx="3220">35.5</cx:pt>
          <cx:pt idx="3221">58.5</cx:pt>
          <cx:pt idx="3222">28</cx:pt>
          <cx:pt idx="3223">26</cx:pt>
          <cx:pt idx="3224">61.5</cx:pt>
          <cx:pt idx="3225">31</cx:pt>
          <cx:pt idx="3226">44.5</cx:pt>
          <cx:pt idx="3227">42.5</cx:pt>
          <cx:pt idx="3228">20.5</cx:pt>
          <cx:pt idx="3229">42.5</cx:pt>
          <cx:pt idx="3230">64.5</cx:pt>
          <cx:pt idx="3231">33</cx:pt>
          <cx:pt idx="3232">38</cx:pt>
          <cx:pt idx="3233">46.5</cx:pt>
          <cx:pt idx="3234">46.5</cx:pt>
          <cx:pt idx="3235">61</cx:pt>
          <cx:pt idx="3236">38.5</cx:pt>
          <cx:pt idx="3237">44</cx:pt>
          <cx:pt idx="3238">20.5</cx:pt>
          <cx:pt idx="3239">41</cx:pt>
          <cx:pt idx="3240">41.5</cx:pt>
          <cx:pt idx="3241">22</cx:pt>
          <cx:pt idx="3242">42.5</cx:pt>
          <cx:pt idx="3243">18</cx:pt>
          <cx:pt idx="3244">42.5</cx:pt>
          <cx:pt idx="3245">36</cx:pt>
          <cx:pt idx="3246">40</cx:pt>
          <cx:pt idx="3247">18.5</cx:pt>
          <cx:pt idx="3248">40</cx:pt>
          <cx:pt idx="3249">40.5</cx:pt>
          <cx:pt idx="3250">44</cx:pt>
          <cx:pt idx="3251">22</cx:pt>
          <cx:pt idx="3252">44</cx:pt>
          <cx:pt idx="3253">20</cx:pt>
          <cx:pt idx="3254">22.5</cx:pt>
          <cx:pt idx="3255">35.5</cx:pt>
          <cx:pt idx="3256">64.5</cx:pt>
          <cx:pt idx="3257">33</cx:pt>
          <cx:pt idx="3258">55.5</cx:pt>
          <cx:pt idx="3259">56.5</cx:pt>
          <cx:pt idx="3260">43</cx:pt>
          <cx:pt idx="3261">51.5</cx:pt>
          <cx:pt idx="3262">43.5</cx:pt>
          <cx:pt idx="3263">28.5</cx:pt>
          <cx:pt idx="3264">46</cx:pt>
          <cx:pt idx="3265">20.5</cx:pt>
          <cx:pt idx="3266">51</cx:pt>
          <cx:pt idx="3267">51.5</cx:pt>
          <cx:pt idx="3268">61</cx:pt>
          <cx:pt idx="3269">22</cx:pt>
          <cx:pt idx="3270">52.5</cx:pt>
          <cx:pt idx="3271">41.5</cx:pt>
          <cx:pt idx="3272">19.5</cx:pt>
          <cx:pt idx="3273">56.5</cx:pt>
          <cx:pt idx="3274">32.5</cx:pt>
          <cx:pt idx="3275">32.5</cx:pt>
          <cx:pt idx="3276">57.5</cx:pt>
          <cx:pt idx="3277">25.5</cx:pt>
          <cx:pt idx="3278">52.5</cx:pt>
          <cx:pt idx="3279">54.5</cx:pt>
          <cx:pt idx="3280">22</cx:pt>
          <cx:pt idx="3281">19.5</cx:pt>
          <cx:pt idx="3282">47.5</cx:pt>
          <cx:pt idx="3283">23</cx:pt>
          <cx:pt idx="3284">18</cx:pt>
          <cx:pt idx="3285">57</cx:pt>
          <cx:pt idx="3286">34.5</cx:pt>
          <cx:pt idx="3287">21.5</cx:pt>
          <cx:pt idx="3288">33</cx:pt>
          <cx:pt idx="3289">59</cx:pt>
          <cx:pt idx="3290">24</cx:pt>
          <cx:pt idx="3291">37</cx:pt>
          <cx:pt idx="3292">20</cx:pt>
          <cx:pt idx="3293">30</cx:pt>
          <cx:pt idx="3294">38</cx:pt>
          <cx:pt idx="3295">19</cx:pt>
          <cx:pt idx="3296">49</cx:pt>
          <cx:pt idx="3297">51.5</cx:pt>
          <cx:pt idx="3298">24</cx:pt>
          <cx:pt idx="3299">49</cx:pt>
          <cx:pt idx="3300">55.5</cx:pt>
          <cx:pt idx="3301">35.5</cx:pt>
          <cx:pt idx="3302">26.5</cx:pt>
          <cx:pt idx="3303">39</cx:pt>
          <cx:pt idx="3304">51</cx:pt>
          <cx:pt idx="3305">23.5</cx:pt>
          <cx:pt idx="3306">32.5</cx:pt>
          <cx:pt idx="3307">33</cx:pt>
          <cx:pt idx="3308">44</cx:pt>
          <cx:pt idx="3309">35.5</cx:pt>
          <cx:pt idx="3310">65</cx:pt>
          <cx:pt idx="3311">43.5</cx:pt>
          <cx:pt idx="3312">41.5</cx:pt>
          <cx:pt idx="3313">19</cx:pt>
          <cx:pt idx="3314">58</cx:pt>
          <cx:pt idx="3315">30</cx:pt>
          <cx:pt idx="3316">27</cx:pt>
          <cx:pt idx="3317">32.5</cx:pt>
          <cx:pt idx="3318">36</cx:pt>
          <cx:pt idx="3319">44.5</cx:pt>
          <cx:pt idx="3320">23.5</cx:pt>
          <cx:pt idx="3321">55</cx:pt>
          <cx:pt idx="3322">21</cx:pt>
          <cx:pt idx="3323">37</cx:pt>
          <cx:pt idx="3324">23</cx:pt>
          <cx:pt idx="3325">35.5</cx:pt>
          <cx:pt idx="3326">41.5</cx:pt>
          <cx:pt idx="3327">37.5</cx:pt>
          <cx:pt idx="3328">35.5</cx:pt>
          <cx:pt idx="3329">34.5</cx:pt>
          <cx:pt idx="3330">43</cx:pt>
          <cx:pt idx="3331">34</cx:pt>
          <cx:pt idx="3332">65</cx:pt>
          <cx:pt idx="3333">34.5</cx:pt>
          <cx:pt idx="3334">39</cx:pt>
          <cx:pt idx="3335">35</cx:pt>
          <cx:pt idx="3336">33</cx:pt>
          <cx:pt idx="3337">42.5</cx:pt>
          <cx:pt idx="3338">23</cx:pt>
          <cx:pt idx="3339">45</cx:pt>
          <cx:pt idx="3340">34</cx:pt>
          <cx:pt idx="3341">50</cx:pt>
          <cx:pt idx="3342">51</cx:pt>
          <cx:pt idx="3343">34.5</cx:pt>
          <cx:pt idx="3344">54.5</cx:pt>
          <cx:pt idx="3345">51.5</cx:pt>
          <cx:pt idx="3346">27.5</cx:pt>
          <cx:pt idx="3347">22.5</cx:pt>
          <cx:pt idx="3348">37.5</cx:pt>
          <cx:pt idx="3349">63.5</cx:pt>
          <cx:pt idx="3350">62.5</cx:pt>
          <cx:pt idx="3351">27.5</cx:pt>
          <cx:pt idx="3352">49</cx:pt>
          <cx:pt idx="3353">54.5</cx:pt>
          <cx:pt idx="3354">53.5</cx:pt>
          <cx:pt idx="3355">40</cx:pt>
          <cx:pt idx="3356">34</cx:pt>
          <cx:pt idx="3357">34</cx:pt>
          <cx:pt idx="3358">24.5</cx:pt>
          <cx:pt idx="3359">28.5</cx:pt>
          <cx:pt idx="3360">29.5</cx:pt>
          <cx:pt idx="3361">56</cx:pt>
          <cx:pt idx="3362">35.5</cx:pt>
          <cx:pt idx="3363">32</cx:pt>
          <cx:pt idx="3364">42</cx:pt>
          <cx:pt idx="3365">18</cx:pt>
          <cx:pt idx="3366">35</cx:pt>
          <cx:pt idx="3367">44</cx:pt>
          <cx:pt idx="3368">30.5</cx:pt>
          <cx:pt idx="3369">36</cx:pt>
          <cx:pt idx="3370">43</cx:pt>
          <cx:pt idx="3371">43.5</cx:pt>
          <cx:pt idx="3372">32.5</cx:pt>
          <cx:pt idx="3373">40.5</cx:pt>
          <cx:pt idx="3374">38.5</cx:pt>
          <cx:pt idx="3375">23</cx:pt>
          <cx:pt idx="3376">53.5</cx:pt>
          <cx:pt idx="3377">36.5</cx:pt>
          <cx:pt idx="3378">35.5</cx:pt>
          <cx:pt idx="3379">46</cx:pt>
          <cx:pt idx="3380">51</cx:pt>
          <cx:pt idx="3381">22</cx:pt>
          <cx:pt idx="3382">40.5</cx:pt>
          <cx:pt idx="3383">21</cx:pt>
          <cx:pt idx="3384">49.5</cx:pt>
          <cx:pt idx="3385">41</cx:pt>
          <cx:pt idx="3386">22.5</cx:pt>
          <cx:pt idx="3387">34.5</cx:pt>
          <cx:pt idx="3388">45.5</cx:pt>
          <cx:pt idx="3389">43.5</cx:pt>
          <cx:pt idx="3390">23</cx:pt>
          <cx:pt idx="3391">43</cx:pt>
          <cx:pt idx="3392">47.5</cx:pt>
          <cx:pt idx="3393">20.5</cx:pt>
          <cx:pt idx="3394">41.5</cx:pt>
          <cx:pt idx="3395">48.5</cx:pt>
          <cx:pt idx="3396">20</cx:pt>
          <cx:pt idx="3397">55</cx:pt>
          <cx:pt idx="3398">44</cx:pt>
          <cx:pt idx="3399">40</cx:pt>
          <cx:pt idx="3400">39.5</cx:pt>
          <cx:pt idx="3401">61.5</cx:pt>
          <cx:pt idx="3402">43</cx:pt>
          <cx:pt idx="3403">23</cx:pt>
          <cx:pt idx="3404">20.5</cx:pt>
          <cx:pt idx="3405">29.5</cx:pt>
          <cx:pt idx="3406">37</cx:pt>
          <cx:pt idx="3407">33</cx:pt>
          <cx:pt idx="3408">51.5</cx:pt>
          <cx:pt idx="3409">42</cx:pt>
          <cx:pt idx="3410">30.5</cx:pt>
          <cx:pt idx="3411">39</cx:pt>
          <cx:pt idx="3412">36</cx:pt>
          <cx:pt idx="3413">50</cx:pt>
          <cx:pt idx="3414">52</cx:pt>
          <cx:pt idx="3415">27.5</cx:pt>
          <cx:pt idx="3416">26</cx:pt>
          <cx:pt idx="3417">40</cx:pt>
          <cx:pt idx="3418">30.5</cx:pt>
          <cx:pt idx="3419">33.5</cx:pt>
          <cx:pt idx="3420">31.5</cx:pt>
          <cx:pt idx="3421">43.5</cx:pt>
          <cx:pt idx="3422">34</cx:pt>
          <cx:pt idx="3423">49</cx:pt>
          <cx:pt idx="3424">34.5</cx:pt>
          <cx:pt idx="3425">64.5</cx:pt>
          <cx:pt idx="3426">41</cx:pt>
          <cx:pt idx="3427">23</cx:pt>
          <cx:pt idx="3428">19</cx:pt>
          <cx:pt idx="3429">36.5</cx:pt>
          <cx:pt idx="3430">21.5</cx:pt>
          <cx:pt idx="3431">35</cx:pt>
          <cx:pt idx="3432">42</cx:pt>
          <cx:pt idx="3433">35</cx:pt>
          <cx:pt idx="3434">64.5</cx:pt>
          <cx:pt idx="3435">64</cx:pt>
          <cx:pt idx="3436">40.5</cx:pt>
          <cx:pt idx="3437">33.5</cx:pt>
          <cx:pt idx="3438">28.5</cx:pt>
          <cx:pt idx="3439">35</cx:pt>
          <cx:pt idx="3440">18.5</cx:pt>
          <cx:pt idx="3441">26</cx:pt>
          <cx:pt idx="3442">39</cx:pt>
          <cx:pt idx="3443">40.5</cx:pt>
          <cx:pt idx="3444">36</cx:pt>
          <cx:pt idx="3445">46.5</cx:pt>
          <cx:pt idx="3446">26.5</cx:pt>
          <cx:pt idx="3447">33</cx:pt>
          <cx:pt idx="3448">34.5</cx:pt>
          <cx:pt idx="3449">27</cx:pt>
          <cx:pt idx="3450">64</cx:pt>
          <cx:pt idx="3451">64</cx:pt>
          <cx:pt idx="3452">31.5</cx:pt>
          <cx:pt idx="3453">30</cx:pt>
          <cx:pt idx="3454">52</cx:pt>
          <cx:pt idx="3455">30</cx:pt>
          <cx:pt idx="3456">34.5</cx:pt>
          <cx:pt idx="3457">28.5</cx:pt>
          <cx:pt idx="3458">50.5</cx:pt>
          <cx:pt idx="3459">21.5</cx:pt>
          <cx:pt idx="3460">47.5</cx:pt>
          <cx:pt idx="3461">47</cx:pt>
          <cx:pt idx="3462">34.5</cx:pt>
          <cx:pt idx="3463">30</cx:pt>
          <cx:pt idx="3464">36.5</cx:pt>
          <cx:pt idx="3465">65</cx:pt>
          <cx:pt idx="3466">35.5</cx:pt>
          <cx:pt idx="3467">49.5</cx:pt>
          <cx:pt idx="3468">26</cx:pt>
          <cx:pt idx="3469">55.5</cx:pt>
          <cx:pt idx="3470">39.5</cx:pt>
          <cx:pt idx="3471">40.5</cx:pt>
          <cx:pt idx="3472">19.5</cx:pt>
          <cx:pt idx="3473">58.5</cx:pt>
          <cx:pt idx="3474">27</cx:pt>
          <cx:pt idx="3475">40</cx:pt>
          <cx:pt idx="3476">51.5</cx:pt>
          <cx:pt idx="3477">42</cx:pt>
          <cx:pt idx="3478">23.5</cx:pt>
          <cx:pt idx="3479">59.5</cx:pt>
          <cx:pt idx="3480">27.5</cx:pt>
          <cx:pt idx="3481">48.5</cx:pt>
          <cx:pt idx="3482">57</cx:pt>
          <cx:pt idx="3483">52.5</cx:pt>
          <cx:pt idx="3484">30.5</cx:pt>
          <cx:pt idx="3485">19</cx:pt>
          <cx:pt idx="3486">43.5</cx:pt>
          <cx:pt idx="3487">23</cx:pt>
          <cx:pt idx="3488">49.5</cx:pt>
          <cx:pt idx="3489">52.5</cx:pt>
          <cx:pt idx="3490">24.5</cx:pt>
          <cx:pt idx="3491">23.5</cx:pt>
          <cx:pt idx="3492">33.5</cx:pt>
          <cx:pt idx="3493">33</cx:pt>
          <cx:pt idx="3494">57.5</cx:pt>
          <cx:pt idx="3495">63.5</cx:pt>
          <cx:pt idx="3496">57</cx:pt>
          <cx:pt idx="3497">57.5</cx:pt>
          <cx:pt idx="3498">57.5</cx:pt>
          <cx:pt idx="3499">43.5</cx:pt>
          <cx:pt idx="3500">39</cx:pt>
          <cx:pt idx="3501">51.5</cx:pt>
          <cx:pt idx="3502">56</cx:pt>
          <cx:pt idx="3503">28</cx:pt>
          <cx:pt idx="3504">25.5</cx:pt>
          <cx:pt idx="3505">25.5</cx:pt>
          <cx:pt idx="3506">22.5</cx:pt>
          <cx:pt idx="3507">52</cx:pt>
          <cx:pt idx="3508">25.5</cx:pt>
          <cx:pt idx="3509">23.5</cx:pt>
          <cx:pt idx="3510">46.5</cx:pt>
          <cx:pt idx="3511">56</cx:pt>
          <cx:pt idx="3512">29.5</cx:pt>
          <cx:pt idx="3513">43.5</cx:pt>
          <cx:pt idx="3514">34.5</cx:pt>
          <cx:pt idx="3515">37.5</cx:pt>
          <cx:pt idx="3516">42.5</cx:pt>
          <cx:pt idx="3517">45.5</cx:pt>
          <cx:pt idx="3518">29</cx:pt>
          <cx:pt idx="3519">25.5</cx:pt>
          <cx:pt idx="3520">63</cx:pt>
          <cx:pt idx="3521">32</cx:pt>
          <cx:pt idx="3522">25.5</cx:pt>
          <cx:pt idx="3523">34</cx:pt>
          <cx:pt idx="3524">37</cx:pt>
          <cx:pt idx="3525">62.5</cx:pt>
          <cx:pt idx="3526">49</cx:pt>
          <cx:pt idx="3527">31.5</cx:pt>
          <cx:pt idx="3528">26</cx:pt>
          <cx:pt idx="3529">28</cx:pt>
          <cx:pt idx="3530">34.5</cx:pt>
          <cx:pt idx="3531">38</cx:pt>
          <cx:pt idx="3532">38.5</cx:pt>
          <cx:pt idx="3533">18</cx:pt>
          <cx:pt idx="3534">55</cx:pt>
          <cx:pt idx="3535">19.5</cx:pt>
          <cx:pt idx="3536">27.5</cx:pt>
          <cx:pt idx="3537">23</cx:pt>
          <cx:pt idx="3538">38.5</cx:pt>
          <cx:pt idx="3539">41</cx:pt>
          <cx:pt idx="3540">38.5</cx:pt>
          <cx:pt idx="3541">18</cx:pt>
          <cx:pt idx="3542">64.5</cx:pt>
          <cx:pt idx="3543">60.5</cx:pt>
          <cx:pt idx="3544">58</cx:pt>
          <cx:pt idx="3545">23.5</cx:pt>
          <cx:pt idx="3546">34</cx:pt>
          <cx:pt idx="3547">36</cx:pt>
          <cx:pt idx="3548">30</cx:pt>
          <cx:pt idx="3549">34</cx:pt>
          <cx:pt idx="3550">42.5</cx:pt>
          <cx:pt idx="3551">45</cx:pt>
          <cx:pt idx="3552">23.5</cx:pt>
          <cx:pt idx="3553">19</cx:pt>
          <cx:pt idx="3554">35</cx:pt>
          <cx:pt idx="3555">39</cx:pt>
          <cx:pt idx="3556">36</cx:pt>
          <cx:pt idx="3557">41.5</cx:pt>
          <cx:pt idx="3558">37.5</cx:pt>
          <cx:pt idx="3559">35.5</cx:pt>
          <cx:pt idx="3560">42.5</cx:pt>
          <cx:pt idx="3561">45</cx:pt>
          <cx:pt idx="3562">22</cx:pt>
          <cx:pt idx="3563">31.5</cx:pt>
          <cx:pt idx="3564">31</cx:pt>
          <cx:pt idx="3565">44</cx:pt>
          <cx:pt idx="3566">45</cx:pt>
          <cx:pt idx="3567">23</cx:pt>
          <cx:pt idx="3568">29.5</cx:pt>
          <cx:pt idx="3569">34</cx:pt>
          <cx:pt idx="3570">31</cx:pt>
          <cx:pt idx="3571">35.5</cx:pt>
          <cx:pt idx="3572">33</cx:pt>
          <cx:pt idx="3573">35</cx:pt>
          <cx:pt idx="3574">41.5</cx:pt>
          <cx:pt idx="3575">34.5</cx:pt>
          <cx:pt idx="3576">35.5</cx:pt>
          <cx:pt idx="3577">55.5</cx:pt>
          <cx:pt idx="3578">61.5</cx:pt>
          <cx:pt idx="3579">61.5</cx:pt>
          <cx:pt idx="3580">64</cx:pt>
          <cx:pt idx="3581">40</cx:pt>
          <cx:pt idx="3582">33</cx:pt>
          <cx:pt idx="3583">55.5</cx:pt>
          <cx:pt idx="3584">38.5</cx:pt>
          <cx:pt idx="3585">57.5</cx:pt>
          <cx:pt idx="3586">34</cx:pt>
          <cx:pt idx="3587">54.5</cx:pt>
          <cx:pt idx="3588">26</cx:pt>
          <cx:pt idx="3589">23</cx:pt>
          <cx:pt idx="3590">42.5</cx:pt>
          <cx:pt idx="3591">47</cx:pt>
          <cx:pt idx="3592">27.5</cx:pt>
          <cx:pt idx="3593">27</cx:pt>
          <cx:pt idx="3594">22</cx:pt>
          <cx:pt idx="3595">59</cx:pt>
          <cx:pt idx="3596">25</cx:pt>
          <cx:pt idx="3597">29.5</cx:pt>
          <cx:pt idx="3598">39</cx:pt>
          <cx:pt idx="3599">62</cx:pt>
          <cx:pt idx="3600">33.5</cx:pt>
          <cx:pt idx="3601">51.5</cx:pt>
          <cx:pt idx="3602">23</cx:pt>
          <cx:pt idx="3603">32</cx:pt>
          <cx:pt idx="3604">36</cx:pt>
          <cx:pt idx="3605">40.5</cx:pt>
          <cx:pt idx="3606">63</cx:pt>
          <cx:pt idx="3607">46.5</cx:pt>
          <cx:pt idx="3608">51.5</cx:pt>
          <cx:pt idx="3609">23</cx:pt>
          <cx:pt idx="3610">41</cx:pt>
          <cx:pt idx="3611">30</cx:pt>
          <cx:pt idx="3612">36.5</cx:pt>
          <cx:pt idx="3613">56.5</cx:pt>
          <cx:pt idx="3614">31.5</cx:pt>
          <cx:pt idx="3615">39</cx:pt>
          <cx:pt idx="3616">31.5</cx:pt>
          <cx:pt idx="3617">33</cx:pt>
          <cx:pt idx="3618">33.5</cx:pt>
          <cx:pt idx="3619">34.5</cx:pt>
          <cx:pt idx="3620">25.5</cx:pt>
          <cx:pt idx="3621">41.5</cx:pt>
          <cx:pt idx="3622">37</cx:pt>
          <cx:pt idx="3623">41</cx:pt>
          <cx:pt idx="3624">38</cx:pt>
          <cx:pt idx="3625">28.5</cx:pt>
          <cx:pt idx="3626">42.5</cx:pt>
          <cx:pt idx="3627">50</cx:pt>
          <cx:pt idx="3628">32.5</cx:pt>
          <cx:pt idx="3629">28.5</cx:pt>
          <cx:pt idx="3630">40.5</cx:pt>
          <cx:pt idx="3631">19</cx:pt>
          <cx:pt idx="3632">52.5</cx:pt>
          <cx:pt idx="3633">47</cx:pt>
          <cx:pt idx="3634">25</cx:pt>
          <cx:pt idx="3635">47.5</cx:pt>
          <cx:pt idx="3636">26.5</cx:pt>
          <cx:pt idx="3637">63.5</cx:pt>
          <cx:pt idx="3638">28</cx:pt>
          <cx:pt idx="3639">27.5</cx:pt>
          <cx:pt idx="3640">49.5</cx:pt>
          <cx:pt idx="3641">37.5</cx:pt>
          <cx:pt idx="3642">22.5</cx:pt>
          <cx:pt idx="3643">34</cx:pt>
          <cx:pt idx="3644">34</cx:pt>
          <cx:pt idx="3645">37</cx:pt>
          <cx:pt idx="3646">41.5</cx:pt>
          <cx:pt idx="3647">30.5</cx:pt>
          <cx:pt idx="3648">48</cx:pt>
          <cx:pt idx="3649">43</cx:pt>
          <cx:pt idx="3650">23</cx:pt>
          <cx:pt idx="3651">19</cx:pt>
          <cx:pt idx="3652">35.5</cx:pt>
          <cx:pt idx="3653">38.5</cx:pt>
          <cx:pt idx="3654">33.5</cx:pt>
          <cx:pt idx="3655">31</cx:pt>
          <cx:pt idx="3656">54.5</cx:pt>
          <cx:pt idx="3657">55.5</cx:pt>
          <cx:pt idx="3658">23</cx:pt>
          <cx:pt idx="3659">30.5</cx:pt>
          <cx:pt idx="3660">39</cx:pt>
          <cx:pt idx="3661">18</cx:pt>
          <cx:pt idx="3662">39</cx:pt>
          <cx:pt idx="3663">29</cx:pt>
          <cx:pt idx="3664">26</cx:pt>
          <cx:pt idx="3665">47.5</cx:pt>
          <cx:pt idx="3666">34</cx:pt>
          <cx:pt idx="3667">31</cx:pt>
          <cx:pt idx="3668">33.5</cx:pt>
          <cx:pt idx="3669">40</cx:pt>
          <cx:pt idx="3670">30.5</cx:pt>
          <cx:pt idx="3671">41</cx:pt>
          <cx:pt idx="3672">21</cx:pt>
          <cx:pt idx="3673">36</cx:pt>
          <cx:pt idx="3674">31.5</cx:pt>
          <cx:pt idx="3675">38.5</cx:pt>
          <cx:pt idx="3676">61.5</cx:pt>
          <cx:pt idx="3677">27.5</cx:pt>
          <cx:pt idx="3678">46.5</cx:pt>
          <cx:pt idx="3679">46</cx:pt>
          <cx:pt idx="3680">23.5</cx:pt>
          <cx:pt idx="3681">19</cx:pt>
          <cx:pt idx="3682">22.5</cx:pt>
          <cx:pt idx="3683">49.5</cx:pt>
          <cx:pt idx="3684">19</cx:pt>
          <cx:pt idx="3685">56</cx:pt>
          <cx:pt idx="3686">55</cx:pt>
          <cx:pt idx="3687">32</cx:pt>
          <cx:pt idx="3688">53</cx:pt>
          <cx:pt idx="3689">27.5</cx:pt>
          <cx:pt idx="3690">41.5</cx:pt>
          <cx:pt idx="3691">56</cx:pt>
          <cx:pt idx="3692">57</cx:pt>
          <cx:pt idx="3693">22</cx:pt>
          <cx:pt idx="3694">55.5</cx:pt>
          <cx:pt idx="3695">24.5</cx:pt>
          <cx:pt idx="3696">46.5</cx:pt>
          <cx:pt idx="3697">18</cx:pt>
          <cx:pt idx="3698">49</cx:pt>
          <cx:pt idx="3699">19.5</cx:pt>
          <cx:pt idx="3700">36.5</cx:pt>
          <cx:pt idx="3701">42.5</cx:pt>
          <cx:pt idx="3702">48.5</cx:pt>
          <cx:pt idx="3703">57.5</cx:pt>
          <cx:pt idx="3704">26.5</cx:pt>
          <cx:pt idx="3705">23</cx:pt>
          <cx:pt idx="3706">48</cx:pt>
          <cx:pt idx="3707">35.5</cx:pt>
          <cx:pt idx="3708">44.5</cx:pt>
          <cx:pt idx="3709">41</cx:pt>
          <cx:pt idx="3710">47.5</cx:pt>
          <cx:pt idx="3711">56.5</cx:pt>
          <cx:pt idx="3712">27.5</cx:pt>
          <cx:pt idx="3713">25</cx:pt>
          <cx:pt idx="3714">39.5</cx:pt>
          <cx:pt idx="3715">41.5</cx:pt>
          <cx:pt idx="3716">19</cx:pt>
          <cx:pt idx="3717">59.5</cx:pt>
          <cx:pt idx="3718">33</cx:pt>
          <cx:pt idx="3719">37</cx:pt>
          <cx:pt idx="3720">63.5</cx:pt>
          <cx:pt idx="3721">62.5</cx:pt>
          <cx:pt idx="3722">32</cx:pt>
          <cx:pt idx="3723">26</cx:pt>
          <cx:pt idx="3724">31.5</cx:pt>
          <cx:pt idx="3725">62.5</cx:pt>
          <cx:pt idx="3726">35.5</cx:pt>
          <cx:pt idx="3727">49.5</cx:pt>
          <cx:pt idx="3728">25.5</cx:pt>
          <cx:pt idx="3729">24</cx:pt>
          <cx:pt idx="3730">22</cx:pt>
          <cx:pt idx="3731">48.5</cx:pt>
          <cx:pt idx="3732">46.5</cx:pt>
          <cx:pt idx="3733">39.5</cx:pt>
          <cx:pt idx="3734">54.5</cx:pt>
          <cx:pt idx="3735">32</cx:pt>
          <cx:pt idx="3736">58.5</cx:pt>
          <cx:pt idx="3737">35.5</cx:pt>
          <cx:pt idx="3738">25</cx:pt>
          <cx:pt idx="3739">50.5</cx:pt>
          <cx:pt idx="3740">55.5</cx:pt>
          <cx:pt idx="3741">29</cx:pt>
          <cx:pt idx="3742">46</cx:pt>
          <cx:pt idx="3743">50</cx:pt>
          <cx:pt idx="3744">25</cx:pt>
          <cx:pt idx="3745">45</cx:pt>
          <cx:pt idx="3746">40</cx:pt>
          <cx:pt idx="3747">26.5</cx:pt>
          <cx:pt idx="3748">27</cx:pt>
          <cx:pt idx="3749">23</cx:pt>
          <cx:pt idx="3750">50</cx:pt>
          <cx:pt idx="3751">25</cx:pt>
          <cx:pt idx="3752">52.5</cx:pt>
          <cx:pt idx="3753">64</cx:pt>
          <cx:pt idx="3754">63.5</cx:pt>
          <cx:pt idx="3755">56</cx:pt>
          <cx:pt idx="3756">39.5</cx:pt>
          <cx:pt idx="3757">35.5</cx:pt>
          <cx:pt idx="3758">44.5</cx:pt>
          <cx:pt idx="3759">21.5</cx:pt>
          <cx:pt idx="3760">61.5</cx:pt>
          <cx:pt idx="3761">36</cx:pt>
          <cx:pt idx="3762">53.5</cx:pt>
          <cx:pt idx="3763">62</cx:pt>
          <cx:pt idx="3764">28.5</cx:pt>
          <cx:pt idx="3765">40</cx:pt>
          <cx:pt idx="3766">18.5</cx:pt>
          <cx:pt idx="3767">40.5</cx:pt>
          <cx:pt idx="3768">57.5</cx:pt>
          <cx:pt idx="3769">60.5</cx:pt>
          <cx:pt idx="3770">34.5</cx:pt>
          <cx:pt idx="3771">55</cx:pt>
          <cx:pt idx="3772">26</cx:pt>
          <cx:pt idx="3773">25</cx:pt>
          <cx:pt idx="3774">36.5</cx:pt>
          <cx:pt idx="3775">31</cx:pt>
          <cx:pt idx="3776">35</cx:pt>
          <cx:pt idx="3777">34.5</cx:pt>
          <cx:pt idx="3778">43.5</cx:pt>
          <cx:pt idx="3779">21</cx:pt>
          <cx:pt idx="3780">58.5</cx:pt>
          <cx:pt idx="3781">38</cx:pt>
          <cx:pt idx="3782">35.5</cx:pt>
          <cx:pt idx="3783">52</cx:pt>
          <cx:pt idx="3784">30.5</cx:pt>
          <cx:pt idx="3785">35</cx:pt>
          <cx:pt idx="3786">39</cx:pt>
          <cx:pt idx="3787">39.5</cx:pt>
          <cx:pt idx="3788">20.5</cx:pt>
          <cx:pt idx="3789">34</cx:pt>
          <cx:pt idx="3790">39.5</cx:pt>
          <cx:pt idx="3791">35</cx:pt>
          <cx:pt idx="3792">59.5</cx:pt>
          <cx:pt idx="3793">32</cx:pt>
          <cx:pt idx="3794">32</cx:pt>
          <cx:pt idx="3795">42</cx:pt>
          <cx:pt idx="3796">31.5</cx:pt>
          <cx:pt idx="3797">38</cx:pt>
          <cx:pt idx="3798">35</cx:pt>
          <cx:pt idx="3799">50</cx:pt>
          <cx:pt idx="3800">48.5</cx:pt>
          <cx:pt idx="3801">25</cx:pt>
          <cx:pt idx="3802">30</cx:pt>
          <cx:pt idx="3803">35.5</cx:pt>
          <cx:pt idx="3804">35.5</cx:pt>
          <cx:pt idx="3805">32.5</cx:pt>
          <cx:pt idx="3806">29</cx:pt>
          <cx:pt idx="3807">34.5</cx:pt>
          <cx:pt idx="3808">37</cx:pt>
          <cx:pt idx="3809">45</cx:pt>
          <cx:pt idx="3810">44</cx:pt>
          <cx:pt idx="3811">23</cx:pt>
          <cx:pt idx="3812">62</cx:pt>
          <cx:pt idx="3813">26.5</cx:pt>
          <cx:pt idx="3814">39</cx:pt>
          <cx:pt idx="3815">20.5</cx:pt>
          <cx:pt idx="3816">65</cx:pt>
          <cx:pt idx="3817">30.5</cx:pt>
          <cx:pt idx="3818">65</cx:pt>
          <cx:pt idx="3819">30.5</cx:pt>
          <cx:pt idx="3820">63.5</cx:pt>
          <cx:pt idx="3821">32.5</cx:pt>
          <cx:pt idx="3822">28.5</cx:pt>
          <cx:pt idx="3823">63</cx:pt>
          <cx:pt idx="3824">52.5</cx:pt>
          <cx:pt idx="3825">52.5</cx:pt>
          <cx:pt idx="3826">28.5</cx:pt>
          <cx:pt idx="3827">56</cx:pt>
          <cx:pt idx="3828">25</cx:pt>
          <cx:pt idx="3829">53</cx:pt>
          <cx:pt idx="3830">55.5</cx:pt>
          <cx:pt idx="3831">62</cx:pt>
          <cx:pt idx="3832">55.5</cx:pt>
          <cx:pt idx="3833">32.5</cx:pt>
          <cx:pt idx="3834">52</cx:pt>
          <cx:pt idx="3835">62</cx:pt>
          <cx:pt idx="3836">61</cx:pt>
          <cx:pt idx="3837">27</cx:pt>
          <cx:pt idx="3838">34.5</cx:pt>
          <cx:pt idx="3839">35.5</cx:pt>
          <cx:pt idx="3840">50.5</cx:pt>
          <cx:pt idx="3841">27</cx:pt>
          <cx:pt idx="3842">40.5</cx:pt>
          <cx:pt idx="3843">19</cx:pt>
          <cx:pt idx="3844">31</cx:pt>
          <cx:pt idx="3845">29</cx:pt>
          <cx:pt idx="3846">58.5</cx:pt>
          <cx:pt idx="3847">48</cx:pt>
          <cx:pt idx="3848">31.5</cx:pt>
          <cx:pt idx="3849">20.5</cx:pt>
          <cx:pt idx="3850">31</cx:pt>
          <cx:pt idx="3851">40.5</cx:pt>
          <cx:pt idx="3852">40.5</cx:pt>
          <cx:pt idx="3853">19.5</cx:pt>
          <cx:pt idx="3854">41</cx:pt>
          <cx:pt idx="3855">40</cx:pt>
          <cx:pt idx="3856">18.5</cx:pt>
          <cx:pt idx="3857">52</cx:pt>
          <cx:pt idx="3858">40</cx:pt>
          <cx:pt idx="3859">38.5</cx:pt>
          <cx:pt idx="3860">23.5</cx:pt>
          <cx:pt idx="3861">36.5</cx:pt>
          <cx:pt idx="3862">40.5</cx:pt>
          <cx:pt idx="3863">41</cx:pt>
          <cx:pt idx="3864">37</cx:pt>
          <cx:pt idx="3865">31.5</cx:pt>
          <cx:pt idx="3866">28.5</cx:pt>
          <cx:pt idx="3867">45</cx:pt>
          <cx:pt idx="3868">46.5</cx:pt>
          <cx:pt idx="3869">24.5</cx:pt>
          <cx:pt idx="3870">28.5</cx:pt>
          <cx:pt idx="3871">55</cx:pt>
          <cx:pt idx="3872">31.5</cx:pt>
          <cx:pt idx="3873">61</cx:pt>
          <cx:pt idx="3874">26</cx:pt>
          <cx:pt idx="3875">35</cx:pt>
          <cx:pt idx="3876">39.5</cx:pt>
          <cx:pt idx="3877">31</cx:pt>
          <cx:pt idx="3878">33</cx:pt>
          <cx:pt idx="3879">32</cx:pt>
          <cx:pt idx="3880">52.5</cx:pt>
          <cx:pt idx="3881">56.5</cx:pt>
          <cx:pt idx="3882">21.5</cx:pt>
          <cx:pt idx="3883">43</cx:pt>
          <cx:pt idx="3884">44</cx:pt>
          <cx:pt idx="3885">51.5</cx:pt>
          <cx:pt idx="3886">31</cx:pt>
          <cx:pt idx="3887">55</cx:pt>
          <cx:pt idx="3888">46</cx:pt>
          <cx:pt idx="3889">22.5</cx:pt>
          <cx:pt idx="3890">19.5</cx:pt>
          <cx:pt idx="3891">55.5</cx:pt>
          <cx:pt idx="3892">53</cx:pt>
          <cx:pt idx="3893">18.5</cx:pt>
          <cx:pt idx="3894">32</cx:pt>
          <cx:pt idx="3895">23</cx:pt>
          <cx:pt idx="3896">26.5</cx:pt>
          <cx:pt idx="3897">57</cx:pt>
          <cx:pt idx="3898">54</cx:pt>
          <cx:pt idx="3899">32</cx:pt>
          <cx:pt idx="3900">30</cx:pt>
          <cx:pt idx="3901">36</cx:pt>
          <cx:pt idx="3902">42</cx:pt>
          <cx:pt idx="3903">23.5</cx:pt>
          <cx:pt idx="3904">22.5</cx:pt>
          <cx:pt idx="3905">30.5</cx:pt>
          <cx:pt idx="3906">30</cx:pt>
          <cx:pt idx="3907">32</cx:pt>
          <cx:pt idx="3908">60.5</cx:pt>
          <cx:pt idx="3909">21</cx:pt>
          <cx:pt idx="3910">41</cx:pt>
          <cx:pt idx="3911">55</cx:pt>
          <cx:pt idx="3912">32</cx:pt>
          <cx:pt idx="3913">28</cx:pt>
          <cx:pt idx="3914">42.5</cx:pt>
          <cx:pt idx="3915">21</cx:pt>
          <cx:pt idx="3916">37.5</cx:pt>
          <cx:pt idx="3917">38.5</cx:pt>
          <cx:pt idx="3918">21.5</cx:pt>
          <cx:pt idx="3919">36.5</cx:pt>
          <cx:pt idx="3920">50.5</cx:pt>
          <cx:pt idx="3921">34.5</cx:pt>
          <cx:pt idx="3922">51</cx:pt>
          <cx:pt idx="3923">52</cx:pt>
          <cx:pt idx="3924">22</cx:pt>
          <cx:pt idx="3925">41.5</cx:pt>
          <cx:pt idx="3926">22</cx:pt>
          <cx:pt idx="3927">37</cx:pt>
          <cx:pt idx="3928">50.5</cx:pt>
          <cx:pt idx="3929">57</cx:pt>
          <cx:pt idx="3930">54.5</cx:pt>
          <cx:pt idx="3931">28</cx:pt>
          <cx:pt idx="3932">22</cx:pt>
          <cx:pt idx="3933">41</cx:pt>
          <cx:pt idx="3934">47.5</cx:pt>
          <cx:pt idx="3935">50</cx:pt>
          <cx:pt idx="3936">37</cx:pt>
          <cx:pt idx="3937">35.5</cx:pt>
          <cx:pt idx="3938">39</cx:pt>
          <cx:pt idx="3939">35</cx:pt>
          <cx:pt idx="3940">61</cx:pt>
          <cx:pt idx="3941">39.5</cx:pt>
          <cx:pt idx="3942">53</cx:pt>
          <cx:pt idx="3943">54.5</cx:pt>
          <cx:pt idx="3944">31</cx:pt>
          <cx:pt idx="3945">24</cx:pt>
          <cx:pt idx="3946">44</cx:pt>
          <cx:pt idx="3947">52.5</cx:pt>
          <cx:pt idx="3948">50.5</cx:pt>
          <cx:pt idx="3949">22</cx:pt>
          <cx:pt idx="3950">61.5</cx:pt>
          <cx:pt idx="3951">42</cx:pt>
          <cx:pt idx="3952">22.5</cx:pt>
          <cx:pt idx="3953">34</cx:pt>
          <cx:pt idx="3954">54</cx:pt>
          <cx:pt idx="3955">47</cx:pt>
          <cx:pt idx="3956">25.5</cx:pt>
          <cx:pt idx="3957">43</cx:pt>
          <cx:pt idx="3958">46.5</cx:pt>
          <cx:pt idx="3959">53</cx:pt>
          <cx:pt idx="3960">55</cx:pt>
          <cx:pt idx="3961">24.5</cx:pt>
          <cx:pt idx="3962">50</cx:pt>
          <cx:pt idx="3963">40.5</cx:pt>
          <cx:pt idx="3964">48</cx:pt>
          <cx:pt idx="3965">48</cx:pt>
          <cx:pt idx="3966">30.5</cx:pt>
          <cx:pt idx="3967">39.5</cx:pt>
          <cx:pt idx="3968">39</cx:pt>
          <cx:pt idx="3969">42</cx:pt>
          <cx:pt idx="3970">28.5</cx:pt>
          <cx:pt idx="3971">59</cx:pt>
          <cx:pt idx="3972">36.5</cx:pt>
          <cx:pt idx="3973">57</cx:pt>
          <cx:pt idx="3974">30</cx:pt>
          <cx:pt idx="3975">24</cx:pt>
          <cx:pt idx="3976">28.5</cx:pt>
          <cx:pt idx="3977">28</cx:pt>
          <cx:pt idx="3978">58.5</cx:pt>
          <cx:pt idx="3979">24</cx:pt>
          <cx:pt idx="3980">36</cx:pt>
          <cx:pt idx="3981">49.5</cx:pt>
          <cx:pt idx="3982">26</cx:pt>
          <cx:pt idx="3983">27</cx:pt>
          <cx:pt idx="3984">37</cx:pt>
          <cx:pt idx="3985">31.5</cx:pt>
          <cx:pt idx="3986">24</cx:pt>
          <cx:pt idx="3987">51.5</cx:pt>
          <cx:pt idx="3988">38.5</cx:pt>
          <cx:pt idx="3989">48</cx:pt>
          <cx:pt idx="3990">45</cx:pt>
          <cx:pt idx="3991">22.5</cx:pt>
          <cx:pt idx="3992">30</cx:pt>
          <cx:pt idx="3993">33</cx:pt>
          <cx:pt idx="3994">30.5</cx:pt>
          <cx:pt idx="3995">47.5</cx:pt>
          <cx:pt idx="3996">43.5</cx:pt>
          <cx:pt idx="3997">51</cx:pt>
          <cx:pt idx="3998">24</cx:pt>
          <cx:pt idx="3999">37</cx:pt>
          <cx:pt idx="4000">32.5</cx:pt>
          <cx:pt idx="4001">37.5</cx:pt>
          <cx:pt idx="4002">48</cx:pt>
          <cx:pt idx="4003">30</cx:pt>
          <cx:pt idx="4004">27.5</cx:pt>
          <cx:pt idx="4005">57.5</cx:pt>
          <cx:pt idx="4006">61.5</cx:pt>
          <cx:pt idx="4007">60.5</cx:pt>
          <cx:pt idx="4008">35.5</cx:pt>
          <cx:pt idx="4009">61</cx:pt>
          <cx:pt idx="4010">62.5</cx:pt>
          <cx:pt idx="4011">24.5</cx:pt>
          <cx:pt idx="4012">31.5</cx:pt>
          <cx:pt idx="4013">58.5</cx:pt>
          <cx:pt idx="4014">36.5</cx:pt>
          <cx:pt idx="4015">29.5</cx:pt>
          <cx:pt idx="4016">64.5</cx:pt>
          <cx:pt idx="4017">61.5</cx:pt>
          <cx:pt idx="4018">42.5</cx:pt>
          <cx:pt idx="4019">43.5</cx:pt>
          <cx:pt idx="4020">20</cx:pt>
          <cx:pt idx="4021">28</cx:pt>
          <cx:pt idx="4022">41.5</cx:pt>
          <cx:pt idx="4023">53</cx:pt>
          <cx:pt idx="4024">27</cx:pt>
          <cx:pt idx="4025">39.5</cx:pt>
          <cx:pt idx="4026">33.5</cx:pt>
          <cx:pt idx="4027">33.5</cx:pt>
          <cx:pt idx="4028">54</cx:pt>
          <cx:pt idx="4029">35</cx:pt>
          <cx:pt idx="4030">33</cx:pt>
          <cx:pt idx="4031">64.5</cx:pt>
          <cx:pt idx="4032">55</cx:pt>
          <cx:pt idx="4033">37.5</cx:pt>
          <cx:pt idx="4034">54.5</cx:pt>
          <cx:pt idx="4035">51</cx:pt>
          <cx:pt idx="4036">55.5</cx:pt>
          <cx:pt idx="4037">47</cx:pt>
          <cx:pt idx="4038">48</cx:pt>
          <cx:pt idx="4039">35</cx:pt>
          <cx:pt idx="4040">42.5</cx:pt>
          <cx:pt idx="4041">49.5</cx:pt>
          <cx:pt idx="4042">21</cx:pt>
          <cx:pt idx="4043">25.5</cx:pt>
          <cx:pt idx="4044">30</cx:pt>
          <cx:pt idx="4045">27.5</cx:pt>
          <cx:pt idx="4046">38.5</cx:pt>
          <cx:pt idx="4047">27.5</cx:pt>
          <cx:pt idx="4048">41.5</cx:pt>
          <cx:pt idx="4049">25</cx:pt>
          <cx:pt idx="4050">50.5</cx:pt>
          <cx:pt idx="4051">42.5</cx:pt>
          <cx:pt idx="4052">38.5</cx:pt>
          <cx:pt idx="4053">48.5</cx:pt>
          <cx:pt idx="4054">24.5</cx:pt>
          <cx:pt idx="4055">25</cx:pt>
          <cx:pt idx="4056">31.5</cx:pt>
          <cx:pt idx="4057">39</cx:pt>
          <cx:pt idx="4058">40.5</cx:pt>
          <cx:pt idx="4059">44.5</cx:pt>
          <cx:pt idx="4060">21.5</cx:pt>
          <cx:pt idx="4061">20</cx:pt>
          <cx:pt idx="4062">22</cx:pt>
          <cx:pt idx="4063">37</cx:pt>
          <cx:pt idx="4064">40.5</cx:pt>
          <cx:pt idx="4065">28</cx:pt>
          <cx:pt idx="4066">28.5</cx:pt>
          <cx:pt idx="4067">34</cx:pt>
          <cx:pt idx="4068">60</cx:pt>
          <cx:pt idx="4069">28.5</cx:pt>
          <cx:pt idx="4070">29.5</cx:pt>
          <cx:pt idx="4071">46</cx:pt>
          <cx:pt idx="4072">25.5</cx:pt>
          <cx:pt idx="4073">46.5</cx:pt>
          <cx:pt idx="4074">33</cx:pt>
          <cx:pt idx="4075">30</cx:pt>
          <cx:pt idx="4076">31.5</cx:pt>
          <cx:pt idx="4077">27.5</cx:pt>
          <cx:pt idx="4078">38.5</cx:pt>
          <cx:pt idx="4079">44.5</cx:pt>
          <cx:pt idx="4080">44</cx:pt>
          <cx:pt idx="4081">20</cx:pt>
          <cx:pt idx="4082">33</cx:pt>
          <cx:pt idx="4083">26.5</cx:pt>
          <cx:pt idx="4084">38</cx:pt>
          <cx:pt idx="4085">38</cx:pt>
          <cx:pt idx="4086">23</cx:pt>
          <cx:pt idx="4087">21</cx:pt>
          <cx:pt idx="4088">56.5</cx:pt>
          <cx:pt idx="4089">31.5</cx:pt>
          <cx:pt idx="4090">43</cx:pt>
          <cx:pt idx="4091">19.5</cx:pt>
          <cx:pt idx="4092">25.5</cx:pt>
          <cx:pt idx="4093">27</cx:pt>
          <cx:pt idx="4094">55.5</cx:pt>
          <cx:pt idx="4095">55</cx:pt>
          <cx:pt idx="4096">29</cx:pt>
          <cx:pt idx="4097">33</cx:pt>
          <cx:pt idx="4098">37</cx:pt>
          <cx:pt idx="4099">41.5</cx:pt>
          <cx:pt idx="4100">45.5</cx:pt>
          <cx:pt idx="4101">21</cx:pt>
          <cx:pt idx="4102">47</cx:pt>
          <cx:pt idx="4103">25</cx:pt>
          <cx:pt idx="4104">51</cx:pt>
          <cx:pt idx="4105">24.5</cx:pt>
          <cx:pt idx="4106">24.5</cx:pt>
          <cx:pt idx="4107">44</cx:pt>
          <cx:pt idx="4108">56</cx:pt>
          <cx:pt idx="4109">57</cx:pt>
          <cx:pt idx="4110">42.5</cx:pt>
          <cx:pt idx="4111">42.5</cx:pt>
          <cx:pt idx="4112">41.5</cx:pt>
          <cx:pt idx="4113">55</cx:pt>
          <cx:pt idx="4114">41</cx:pt>
          <cx:pt idx="4115">38.5</cx:pt>
          <cx:pt idx="4116">62.5</cx:pt>
          <cx:pt idx="4117">36.5</cx:pt>
          <cx:pt idx="4118">32.5</cx:pt>
          <cx:pt idx="4119">46</cx:pt>
          <cx:pt idx="4120">64.5</cx:pt>
          <cx:pt idx="4121">35.5</cx:pt>
          <cx:pt idx="4122">52.5</cx:pt>
          <cx:pt idx="4123">26</cx:pt>
          <cx:pt idx="4124">22</cx:pt>
          <cx:pt idx="4125">47.5</cx:pt>
          <cx:pt idx="4126">49.5</cx:pt>
          <cx:pt idx="4127">23.5</cx:pt>
          <cx:pt idx="4128">18.5</cx:pt>
          <cx:pt idx="4129">51</cx:pt>
          <cx:pt idx="4130">36</cx:pt>
          <cx:pt idx="4131">55</cx:pt>
          <cx:pt idx="4132">52.5</cx:pt>
          <cx:pt idx="4133">44.5</cx:pt>
          <cx:pt idx="4134">29</cx:pt>
          <cx:pt idx="4135">35.5</cx:pt>
          <cx:pt idx="4136">42.5</cx:pt>
          <cx:pt idx="4137">22.5</cx:pt>
          <cx:pt idx="4138">32.5</cx:pt>
          <cx:pt idx="4139">32.5</cx:pt>
          <cx:pt idx="4140">27</cx:pt>
          <cx:pt idx="4141">59.5</cx:pt>
          <cx:pt idx="4142">63.5</cx:pt>
          <cx:pt idx="4143">39</cx:pt>
          <cx:pt idx="4144">55.5</cx:pt>
          <cx:pt idx="4145">35</cx:pt>
          <cx:pt idx="4146">32.5</cx:pt>
          <cx:pt idx="4147">53</cx:pt>
          <cx:pt idx="4148">27</cx:pt>
          <cx:pt idx="4149">34</cx:pt>
          <cx:pt idx="4150">58.5</cx:pt>
          <cx:pt idx="4151">34</cx:pt>
          <cx:pt idx="4152">36.5</cx:pt>
          <cx:pt idx="4153">37</cx:pt>
          <cx:pt idx="4154">54.5</cx:pt>
          <cx:pt idx="4155">50</cx:pt>
          <cx:pt idx="4156">22.5</cx:pt>
          <cx:pt idx="4157">60.5</cx:pt>
          <cx:pt idx="4158">37</cx:pt>
          <cx:pt idx="4159">60.5</cx:pt>
          <cx:pt idx="4160">61.5</cx:pt>
          <cx:pt idx="4161">25</cx:pt>
          <cx:pt idx="4162">33.5</cx:pt>
          <cx:pt idx="4163">34</cx:pt>
          <cx:pt idx="4164">29</cx:pt>
          <cx:pt idx="4165">25</cx:pt>
          <cx:pt idx="4166">55</cx:pt>
          <cx:pt idx="4167">55.5</cx:pt>
          <cx:pt idx="4168">26.5</cx:pt>
          <cx:pt idx="4169">21.5</cx:pt>
          <cx:pt idx="4170">31</cx:pt>
          <cx:pt idx="4171">58.5</cx:pt>
          <cx:pt idx="4172">59</cx:pt>
          <cx:pt idx="4173">39.5</cx:pt>
          <cx:pt idx="4174">60</cx:pt>
          <cx:pt idx="4175">57</cx:pt>
          <cx:pt idx="4176">52.5</cx:pt>
          <cx:pt idx="4177">24.5</cx:pt>
          <cx:pt idx="4178">30.5</cx:pt>
          <cx:pt idx="4179">32</cx:pt>
          <cx:pt idx="4180">44</cx:pt>
          <cx:pt idx="4181">24</cx:pt>
          <cx:pt idx="4182">62</cx:pt>
          <cx:pt idx="4183">62.5</cx:pt>
          <cx:pt idx="4184">30.5</cx:pt>
          <cx:pt idx="4185">58.5</cx:pt>
          <cx:pt idx="4186">36.5</cx:pt>
          <cx:pt idx="4187">29.5</cx:pt>
          <cx:pt idx="4188">59</cx:pt>
          <cx:pt idx="4189">41.5</cx:pt>
          <cx:pt idx="4190">42.5</cx:pt>
          <cx:pt idx="4191">32</cx:pt>
          <cx:pt idx="4192">46</cx:pt>
          <cx:pt idx="4193">20</cx:pt>
          <cx:pt idx="4194">43</cx:pt>
          <cx:pt idx="4195">48</cx:pt>
          <cx:pt idx="4196">27.5</cx:pt>
          <cx:pt idx="4197">24</cx:pt>
          <cx:pt idx="4198">29.5</cx:pt>
          <cx:pt idx="4199">61.5</cx:pt>
          <cx:pt idx="4200">65</cx:pt>
          <cx:pt idx="4201">44.5</cx:pt>
          <cx:pt idx="4202">59</cx:pt>
          <cx:pt idx="4203">24.5</cx:pt>
          <cx:pt idx="4204">41</cx:pt>
          <cx:pt idx="4205">39</cx:pt>
          <cx:pt idx="4206">33</cx:pt>
          <cx:pt idx="4207">52</cx:pt>
          <cx:pt idx="4208">21.5</cx:pt>
          <cx:pt idx="4209">41</cx:pt>
          <cx:pt idx="4210">41.5</cx:pt>
          <cx:pt idx="4211">44</cx:pt>
          <cx:pt idx="4212">64.5</cx:pt>
          <cx:pt idx="4213">55.5</cx:pt>
          <cx:pt idx="4214">56.5</cx:pt>
          <cx:pt idx="4215">42</cx:pt>
          <cx:pt idx="4216">22</cx:pt>
          <cx:pt idx="4217">56.5</cx:pt>
          <cx:pt idx="4218">54</cx:pt>
          <cx:pt idx="4219">42.5</cx:pt>
          <cx:pt idx="4220">44.5</cx:pt>
          <cx:pt idx="4221">41.5</cx:pt>
          <cx:pt idx="4222">41</cx:pt>
          <cx:pt idx="4223">19.5</cx:pt>
          <cx:pt idx="4224">38</cx:pt>
          <cx:pt idx="4225">39.5</cx:pt>
          <cx:pt idx="4226">41</cx:pt>
          <cx:pt idx="4227">49</cx:pt>
          <cx:pt idx="4228">51</cx:pt>
          <cx:pt idx="4229">25</cx:pt>
          <cx:pt idx="4230">38</cx:pt>
          <cx:pt idx="4231">41.5</cx:pt>
          <cx:pt idx="4232">56.5</cx:pt>
          <cx:pt idx="4233">59.5</cx:pt>
          <cx:pt idx="4234">62</cx:pt>
          <cx:pt idx="4235">40</cx:pt>
          <cx:pt idx="4236">59.5</cx:pt>
          <cx:pt idx="4237">35</cx:pt>
          <cx:pt idx="4238">40</cx:pt>
          <cx:pt idx="4239">55.5</cx:pt>
          <cx:pt idx="4240">59.5</cx:pt>
          <cx:pt idx="4241">53</cx:pt>
          <cx:pt idx="4242">44.5</cx:pt>
          <cx:pt idx="4243">50.5</cx:pt>
          <cx:pt idx="4244">63.5</cx:pt>
          <cx:pt idx="4245">35.5</cx:pt>
          <cx:pt idx="4246">45.5</cx:pt>
          <cx:pt idx="4247">54</cx:pt>
          <cx:pt idx="4248">29.5</cx:pt>
          <cx:pt idx="4249">28.5</cx:pt>
          <cx:pt idx="4250">43</cx:pt>
          <cx:pt idx="4251">46</cx:pt>
          <cx:pt idx="4252">30.5</cx:pt>
          <cx:pt idx="4253">32</cx:pt>
          <cx:pt idx="4254">26</cx:pt>
          <cx:pt idx="4255">47</cx:pt>
          <cx:pt idx="4256">20.5</cx:pt>
          <cx:pt idx="4257">34</cx:pt>
          <cx:pt idx="4258">35</cx:pt>
          <cx:pt idx="4259">54</cx:pt>
          <cx:pt idx="4260">56.5</cx:pt>
          <cx:pt idx="4261">53</cx:pt>
          <cx:pt idx="4262">52</cx:pt>
          <cx:pt idx="4263">61</cx:pt>
          <cx:pt idx="4264">51.5</cx:pt>
          <cx:pt idx="4265">47</cx:pt>
          <cx:pt idx="4266">51.5</cx:pt>
          <cx:pt idx="4267">50</cx:pt>
          <cx:pt idx="4268">29</cx:pt>
          <cx:pt idx="4269">27.5</cx:pt>
          <cx:pt idx="4270">57.5</cx:pt>
          <cx:pt idx="4271">58</cx:pt>
          <cx:pt idx="4272">63.5</cx:pt>
          <cx:pt idx="4273">43</cx:pt>
          <cx:pt idx="4274">42.5</cx:pt>
          <cx:pt idx="4275">38.5</cx:pt>
          <cx:pt idx="4276">41.5</cx:pt>
          <cx:pt idx="4277">30.5</cx:pt>
          <cx:pt idx="4278">53.5</cx:pt>
          <cx:pt idx="4279">30</cx:pt>
          <cx:pt idx="4280">30.5</cx:pt>
          <cx:pt idx="4281">38.5</cx:pt>
          <cx:pt idx="4282">57</cx:pt>
          <cx:pt idx="4283">24.5</cx:pt>
          <cx:pt idx="4284">31.5</cx:pt>
          <cx:pt idx="4285">31</cx:pt>
          <cx:pt idx="4286">27.5</cx:pt>
          <cx:pt idx="4287">56</cx:pt>
          <cx:pt idx="4288">22.5</cx:pt>
          <cx:pt idx="4289">36.5</cx:pt>
          <cx:pt idx="4290">18.5</cx:pt>
          <cx:pt idx="4291">28.5</cx:pt>
          <cx:pt idx="4292">34.5</cx:pt>
          <cx:pt idx="4293">38</cx:pt>
          <cx:pt idx="4294">43.5</cx:pt>
          <cx:pt idx="4295">47</cx:pt>
          <cx:pt idx="4296">51</cx:pt>
          <cx:pt idx="4297">28.5</cx:pt>
          <cx:pt idx="4298">22.5</cx:pt>
          <cx:pt idx="4299">50.5</cx:pt>
          <cx:pt idx="4300">49.5</cx:pt>
          <cx:pt idx="4301">29.5</cx:pt>
          <cx:pt idx="4302">64</cx:pt>
          <cx:pt idx="4303">27.5</cx:pt>
          <cx:pt idx="4304">43</cx:pt>
          <cx:pt idx="4305">49.5</cx:pt>
          <cx:pt idx="4306">60</cx:pt>
          <cx:pt idx="4307">64.5</cx:pt>
          <cx:pt idx="4308">39</cx:pt>
          <cx:pt idx="4309">37.5</cx:pt>
          <cx:pt idx="4310">35</cx:pt>
          <cx:pt idx="4311">18</cx:pt>
          <cx:pt idx="4312">26</cx:pt>
          <cx:pt idx="4313">29.5</cx:pt>
          <cx:pt idx="4314">32</cx:pt>
          <cx:pt idx="4315">42</cx:pt>
          <cx:pt idx="4316">45</cx:pt>
          <cx:pt idx="4317">45.5</cx:pt>
          <cx:pt idx="4318">20.5</cx:pt>
          <cx:pt idx="4319">20</cx:pt>
          <cx:pt idx="4320">30</cx:pt>
          <cx:pt idx="4321">34</cx:pt>
          <cx:pt idx="4322">58.5</cx:pt>
          <cx:pt idx="4323">62.5</cx:pt>
          <cx:pt idx="4324">52.5</cx:pt>
          <cx:pt idx="4325">49.5</cx:pt>
          <cx:pt idx="4326">45.5</cx:pt>
          <cx:pt idx="4327">46</cx:pt>
          <cx:pt idx="4328">21.5</cx:pt>
          <cx:pt idx="4329">38</cx:pt>
          <cx:pt idx="4330">31</cx:pt>
          <cx:pt idx="4331">21</cx:pt>
          <cx:pt idx="4332">53.5</cx:pt>
          <cx:pt idx="4333">53</cx:pt>
          <cx:pt idx="4334">51</cx:pt>
          <cx:pt idx="4335">42.5</cx:pt>
          <cx:pt idx="4336">25.5</cx:pt>
          <cx:pt idx="4337">38</cx:pt>
          <cx:pt idx="4338">36</cx:pt>
          <cx:pt idx="4339">36</cx:pt>
          <cx:pt idx="4340">33</cx:pt>
          <cx:pt idx="4341">39.5</cx:pt>
          <cx:pt idx="4342">27.5</cx:pt>
          <cx:pt idx="4343">28.5</cx:pt>
          <cx:pt idx="4344">39</cx:pt>
          <cx:pt idx="4345">37</cx:pt>
          <cx:pt idx="4346">53.5</cx:pt>
          <cx:pt idx="4347">27.5</cx:pt>
          <cx:pt idx="4348">40</cx:pt>
          <cx:pt idx="4349">38.5</cx:pt>
          <cx:pt idx="4350">32.5</cx:pt>
          <cx:pt idx="4351">32.5</cx:pt>
          <cx:pt idx="4352">30.5</cx:pt>
          <cx:pt idx="4353">53.5</cx:pt>
          <cx:pt idx="4354">44.5</cx:pt>
          <cx:pt idx="4355">47.5</cx:pt>
          <cx:pt idx="4356">35</cx:pt>
          <cx:pt idx="4357">36</cx:pt>
          <cx:pt idx="4358">39.5</cx:pt>
          <cx:pt idx="4359">57</cx:pt>
          <cx:pt idx="4360">56.5</cx:pt>
          <cx:pt idx="4361">30.5</cx:pt>
          <cx:pt idx="4362">63.5</cx:pt>
          <cx:pt idx="4363">30.5</cx:pt>
          <cx:pt idx="4364">57.5</cx:pt>
          <cx:pt idx="4365">52.5</cx:pt>
          <cx:pt idx="4366">47</cx:pt>
          <cx:pt idx="4367">56</cx:pt>
          <cx:pt idx="4368">22.5</cx:pt>
          <cx:pt idx="4369">36.5</cx:pt>
          <cx:pt idx="4370">36.5</cx:pt>
          <cx:pt idx="4371">52</cx:pt>
          <cx:pt idx="4372">36</cx:pt>
          <cx:pt idx="4373">34</cx:pt>
          <cx:pt idx="4374">37</cx:pt>
          <cx:pt idx="4375">58.5</cx:pt>
          <cx:pt idx="4376">63</cx:pt>
          <cx:pt idx="4377">63.5</cx:pt>
          <cx:pt idx="4378">30.5</cx:pt>
          <cx:pt idx="4379">40.5</cx:pt>
          <cx:pt idx="4380">21.5</cx:pt>
          <cx:pt idx="4381">23</cx:pt>
          <cx:pt idx="4382">49</cx:pt>
          <cx:pt idx="4383">23.5</cx:pt>
          <cx:pt idx="4384">63</cx:pt>
          <cx:pt idx="4385">65</cx:pt>
          <cx:pt idx="4386">27</cx:pt>
          <cx:pt idx="4387">48</cx:pt>
          <cx:pt idx="4388">26</cx:pt>
          <cx:pt idx="4389">26</cx:pt>
          <cx:pt idx="4390">47</cx:pt>
          <cx:pt idx="4391">53.5</cx:pt>
          <cx:pt idx="4392">32</cx:pt>
          <cx:pt idx="4393">50</cx:pt>
          <cx:pt idx="4394">47</cx:pt>
          <cx:pt idx="4395">25.5</cx:pt>
          <cx:pt idx="4396">43</cx:pt>
          <cx:pt idx="4397">46</cx:pt>
          <cx:pt idx="4398">40.5</cx:pt>
          <cx:pt idx="4399">21</cx:pt>
          <cx:pt idx="4400">43.5</cx:pt>
          <cx:pt idx="4401">22.5</cx:pt>
          <cx:pt idx="4402">40.5</cx:pt>
          <cx:pt idx="4403">27</cx:pt>
          <cx:pt idx="4404">54.5</cx:pt>
          <cx:pt idx="4405">54.5</cx:pt>
          <cx:pt idx="4406">47.5</cx:pt>
          <cx:pt idx="4407">47.5</cx:pt>
          <cx:pt idx="4408">54.5</cx:pt>
          <cx:pt idx="4409">58</cx:pt>
          <cx:pt idx="4410">47</cx:pt>
          <cx:pt idx="4411">20.5</cx:pt>
          <cx:pt idx="4412">45.5</cx:pt>
          <cx:pt idx="4413">33.5</cx:pt>
          <cx:pt idx="4414">31.5</cx:pt>
          <cx:pt idx="4415">32</cx:pt>
          <cx:pt idx="4416">48.5</cx:pt>
          <cx:pt idx="4417">45</cx:pt>
          <cx:pt idx="4418">29</cx:pt>
          <cx:pt idx="4419">27</cx:pt>
          <cx:pt idx="4420">43.5</cx:pt>
          <cx:pt idx="4421">38.5</cx:pt>
          <cx:pt idx="4422">19</cx:pt>
          <cx:pt idx="4423">45</cx:pt>
          <cx:pt idx="4424">45.5</cx:pt>
          <cx:pt idx="4425">59.5</cx:pt>
          <cx:pt idx="4426">63.5</cx:pt>
          <cx:pt idx="4427">41</cx:pt>
          <cx:pt idx="4428">42.5</cx:pt>
          <cx:pt idx="4429">22</cx:pt>
          <cx:pt idx="4430">19</cx:pt>
          <cx:pt idx="4431">33</cx:pt>
          <cx:pt idx="4432">39.5</cx:pt>
          <cx:pt idx="4433">24</cx:pt>
          <cx:pt idx="4434">63.5</cx:pt>
          <cx:pt idx="4435">37</cx:pt>
          <cx:pt idx="4436">60.5</cx:pt>
          <cx:pt idx="4437">21</cx:pt>
          <cx:pt idx="4438">28.5</cx:pt>
          <cx:pt idx="4439">33.5</cx:pt>
          <cx:pt idx="4440">37</cx:pt>
          <cx:pt idx="4441">37</cx:pt>
          <cx:pt idx="4442">32.5</cx:pt>
          <cx:pt idx="4443">26.5</cx:pt>
          <cx:pt idx="4444">36.5</cx:pt>
          <cx:pt idx="4445">53.5</cx:pt>
          <cx:pt idx="4446">61</cx:pt>
          <cx:pt idx="4447">32</cx:pt>
          <cx:pt idx="4448">30.5</cx:pt>
          <cx:pt idx="4449">46.5</cx:pt>
          <cx:pt idx="4450">56</cx:pt>
          <cx:pt idx="4451">60</cx:pt>
          <cx:pt idx="4452">37</cx:pt>
          <cx:pt idx="4453">46.5</cx:pt>
          <cx:pt idx="4454">38</cx:pt>
          <cx:pt idx="4455">20.5</cx:pt>
          <cx:pt idx="4456">62.5</cx:pt>
          <cx:pt idx="4457">62</cx:pt>
          <cx:pt idx="4458">46.5</cx:pt>
          <cx:pt idx="4459">48</cx:pt>
          <cx:pt idx="4460">44</cx:pt>
          <cx:pt idx="4461">28</cx:pt>
          <cx:pt idx="4462">25</cx:pt>
          <cx:pt idx="4463">31</cx:pt>
          <cx:pt idx="4464">29.5</cx:pt>
          <cx:pt idx="4465">34</cx:pt>
          <cx:pt idx="4466">32</cx:pt>
          <cx:pt idx="4467">45</cx:pt>
          <cx:pt idx="4468">49</cx:pt>
          <cx:pt idx="4469">56.5</cx:pt>
          <cx:pt idx="4470">54.5</cx:pt>
          <cx:pt idx="4471">55</cx:pt>
          <cx:pt idx="4472">26.5</cx:pt>
          <cx:pt idx="4473">50.5</cx:pt>
          <cx:pt idx="4474">23</cx:pt>
          <cx:pt idx="4475">24</cx:pt>
          <cx:pt idx="4476">60</cx:pt>
          <cx:pt idx="4477">24.5</cx:pt>
          <cx:pt idx="4478">47.5</cx:pt>
          <cx:pt idx="4479">34.5</cx:pt>
          <cx:pt idx="4480">40</cx:pt>
          <cx:pt idx="4481">46</cx:pt>
          <cx:pt idx="4482">48.5</cx:pt>
          <cx:pt idx="4483">24</cx:pt>
          <cx:pt idx="4484">52.5</cx:pt>
          <cx:pt idx="4485">52.5</cx:pt>
          <cx:pt idx="4486">22</cx:pt>
          <cx:pt idx="4487">61</cx:pt>
          <cx:pt idx="4488">33</cx:pt>
          <cx:pt idx="4489">25</cx:pt>
          <cx:pt idx="4490">29.5</cx:pt>
          <cx:pt idx="4491">27</cx:pt>
          <cx:pt idx="4492">32.5</cx:pt>
          <cx:pt idx="4493">53.5</cx:pt>
          <cx:pt idx="4494">29</cx:pt>
          <cx:pt idx="4495">40.5</cx:pt>
          <cx:pt idx="4496">37</cx:pt>
          <cx:pt idx="4497">48.5</cx:pt>
          <cx:pt idx="4498">50</cx:pt>
          <cx:pt idx="4499">27.5</cx:pt>
          <cx:pt idx="4500">58.5</cx:pt>
          <cx:pt idx="4501">60</cx:pt>
          <cx:pt idx="4502">41.5</cx:pt>
          <cx:pt idx="4503">42</cx:pt>
          <cx:pt idx="4504">29</cx:pt>
          <cx:pt idx="4505">27</cx:pt>
          <cx:pt idx="4506">32.5</cx:pt>
          <cx:pt idx="4507">34.5</cx:pt>
          <cx:pt idx="4508">63</cx:pt>
          <cx:pt idx="4509">58</cx:pt>
          <cx:pt idx="4510">54</cx:pt>
          <cx:pt idx="4511">56</cx:pt>
          <cx:pt idx="4512">56</cx:pt>
          <cx:pt idx="4513">53.5</cx:pt>
          <cx:pt idx="4514">65</cx:pt>
          <cx:pt idx="4515">61</cx:pt>
          <cx:pt idx="4516">28.5</cx:pt>
          <cx:pt idx="4517">57.5</cx:pt>
          <cx:pt idx="4518">58.5</cx:pt>
          <cx:pt idx="4519">29</cx:pt>
          <cx:pt idx="4520">34</cx:pt>
          <cx:pt idx="4521">51</cx:pt>
          <cx:pt idx="4522">18</cx:pt>
          <cx:pt idx="4523">41.5</cx:pt>
          <cx:pt idx="4524">30.5</cx:pt>
          <cx:pt idx="4525">40</cx:pt>
          <cx:pt idx="4526">28</cx:pt>
          <cx:pt idx="4527">51</cx:pt>
          <cx:pt idx="4528">35.5</cx:pt>
          <cx:pt idx="4529">30.5</cx:pt>
          <cx:pt idx="4530">29</cx:pt>
          <cx:pt idx="4531">29.5</cx:pt>
          <cx:pt idx="4532">35.5</cx:pt>
          <cx:pt idx="4533">29.5</cx:pt>
          <cx:pt idx="4534">26</cx:pt>
          <cx:pt idx="4535">27</cx:pt>
          <cx:pt idx="4536">61</cx:pt>
          <cx:pt idx="4537">63.5</cx:pt>
          <cx:pt idx="4538">55</cx:pt>
          <cx:pt idx="4539">63</cx:pt>
          <cx:pt idx="4540">43</cx:pt>
          <cx:pt idx="4541">42</cx:pt>
          <cx:pt idx="4542">21</cx:pt>
          <cx:pt idx="4543">60</cx:pt>
          <cx:pt idx="4544">54.5</cx:pt>
          <cx:pt idx="4545">26.5</cx:pt>
          <cx:pt idx="4546">31.5</cx:pt>
          <cx:pt idx="4547">30</cx:pt>
          <cx:pt idx="4548">35</cx:pt>
          <cx:pt idx="4549">33</cx:pt>
          <cx:pt idx="4550">34</cx:pt>
          <cx:pt idx="4551">53.5</cx:pt>
          <cx:pt idx="4552">27.5</cx:pt>
          <cx:pt idx="4553">53.5</cx:pt>
          <cx:pt idx="4554">45.5</cx:pt>
          <cx:pt idx="4555">42</cx:pt>
          <cx:pt idx="4556">51</cx:pt>
          <cx:pt idx="4557">52.5</cx:pt>
          <cx:pt idx="4558">54</cx:pt>
          <cx:pt idx="4559">56</cx:pt>
          <cx:pt idx="4560">43</cx:pt>
          <cx:pt idx="4561">56.5</cx:pt>
          <cx:pt idx="4562">55</cx:pt>
          <cx:pt idx="4563">26.5</cx:pt>
          <cx:pt idx="4564">38</cx:pt>
          <cx:pt idx="4565">38</cx:pt>
          <cx:pt idx="4566">46.5</cx:pt>
          <cx:pt idx="4567">25</cx:pt>
          <cx:pt idx="4568">39.5</cx:pt>
          <cx:pt idx="4569">46.5</cx:pt>
          <cx:pt idx="4570">18</cx:pt>
          <cx:pt idx="4571">57</cx:pt>
          <cx:pt idx="4572">29</cx:pt>
          <cx:pt idx="4573">61.5</cx:pt>
          <cx:pt idx="4574">49</cx:pt>
          <cx:pt idx="4575">54.5</cx:pt>
          <cx:pt idx="4576">62.5</cx:pt>
          <cx:pt idx="4577">58.5</cx:pt>
          <cx:pt idx="4578">57.5</cx:pt>
          <cx:pt idx="4579">31</cx:pt>
          <cx:pt idx="4580">29.5</cx:pt>
          <cx:pt idx="4581">23</cx:pt>
          <cx:pt idx="4582">21.5</cx:pt>
          <cx:pt idx="4583">60.5</cx:pt>
          <cx:pt idx="4584">38</cx:pt>
          <cx:pt idx="4585">46</cx:pt>
          <cx:pt idx="4586">27.5</cx:pt>
          <cx:pt idx="4587">26.5</cx:pt>
          <cx:pt idx="4588">21.5</cx:pt>
          <cx:pt idx="4589">45.5</cx:pt>
          <cx:pt idx="4590">41</cx:pt>
          <cx:pt idx="4591">37.5</cx:pt>
          <cx:pt idx="4592">35</cx:pt>
          <cx:pt idx="4593">40.5</cx:pt>
          <cx:pt idx="4594">20</cx:pt>
          <cx:pt idx="4595">40.5</cx:pt>
          <cx:pt idx="4596">40</cx:pt>
          <cx:pt idx="4597">38</cx:pt>
          <cx:pt idx="4598">48</cx:pt>
          <cx:pt idx="4599">26.5</cx:pt>
          <cx:pt idx="4600">22.5</cx:pt>
          <cx:pt idx="4601">45.5</cx:pt>
          <cx:pt idx="4602">49</cx:pt>
          <cx:pt idx="4603">49.5</cx:pt>
          <cx:pt idx="4604">59.5</cx:pt>
          <cx:pt idx="4605">33.5</cx:pt>
          <cx:pt idx="4606">24</cx:pt>
          <cx:pt idx="4607">60</cx:pt>
          <cx:pt idx="4608">64.5</cx:pt>
          <cx:pt idx="4609">24</cx:pt>
          <cx:pt idx="4610">38</cx:pt>
          <cx:pt idx="4611">58.5</cx:pt>
          <cx:pt idx="4612">25.5</cx:pt>
          <cx:pt idx="4613">33</cx:pt>
          <cx:pt idx="4614">29.5</cx:pt>
          <cx:pt idx="4615">32</cx:pt>
          <cx:pt idx="4616">52.5</cx:pt>
          <cx:pt idx="4617">24.5</cx:pt>
          <cx:pt idx="4618">35.5</cx:pt>
          <cx:pt idx="4619">61</cx:pt>
          <cx:pt idx="4620">27</cx:pt>
          <cx:pt idx="4621">36.5</cx:pt>
          <cx:pt idx="4622">18.5</cx:pt>
          <cx:pt idx="4623">52</cx:pt>
          <cx:pt idx="4624">57.5</cx:pt>
          <cx:pt idx="4625">38</cx:pt>
          <cx:pt idx="4626">54</cx:pt>
          <cx:pt idx="4627">59</cx:pt>
          <cx:pt idx="4628">35.5</cx:pt>
          <cx:pt idx="4629">45.5</cx:pt>
          <cx:pt idx="4630">39</cx:pt>
          <cx:pt idx="4631">38</cx:pt>
          <cx:pt idx="4632">31.5</cx:pt>
          <cx:pt idx="4633">45</cx:pt>
          <cx:pt idx="4634">22.5</cx:pt>
          <cx:pt idx="4635">64.5</cx:pt>
          <cx:pt idx="4636">50.5</cx:pt>
          <cx:pt idx="4637">26.5</cx:pt>
          <cx:pt idx="4638">57.5</cx:pt>
          <cx:pt idx="4639">47</cx:pt>
          <cx:pt idx="4640">52</cx:pt>
          <cx:pt idx="4641">56</cx:pt>
          <cx:pt idx="4642">27.5</cx:pt>
          <cx:pt idx="4643">32</cx:pt>
          <cx:pt idx="4644">61.5</cx:pt>
          <cx:pt idx="4645">62</cx:pt>
          <cx:pt idx="4646">59.5</cx:pt>
          <cx:pt idx="4647">43.5</cx:pt>
          <cx:pt idx="4648">38</cx:pt>
          <cx:pt idx="4649">20</cx:pt>
          <cx:pt idx="4650">50.5</cx:pt>
          <cx:pt idx="4651">53.5</cx:pt>
          <cx:pt idx="4652">26</cx:pt>
          <cx:pt idx="4653">38</cx:pt>
          <cx:pt idx="4654">29</cx:pt>
          <cx:pt idx="4655">28.5</cx:pt>
          <cx:pt idx="4656">34</cx:pt>
          <cx:pt idx="4657">62.5</cx:pt>
          <cx:pt idx="4658">34.5</cx:pt>
          <cx:pt idx="4659">46.5</cx:pt>
          <cx:pt idx="4660">23.5</cx:pt>
          <cx:pt idx="4661">23.5</cx:pt>
          <cx:pt idx="4662">24</cx:pt>
          <cx:pt idx="4663">49</cx:pt>
          <cx:pt idx="4664">22</cx:pt>
          <cx:pt idx="4665">18</cx:pt>
          <cx:pt idx="4666">47</cx:pt>
          <cx:pt idx="4667">30</cx:pt>
          <cx:pt idx="4668">41.5</cx:pt>
          <cx:pt idx="4669">45.5</cx:pt>
          <cx:pt idx="4670">36.5</cx:pt>
          <cx:pt idx="4671">51.5</cx:pt>
          <cx:pt idx="4672">49</cx:pt>
          <cx:pt idx="4673">29.5</cx:pt>
          <cx:pt idx="4674">46.5</cx:pt>
          <cx:pt idx="4675">48</cx:pt>
          <cx:pt idx="4676">26</cx:pt>
          <cx:pt idx="4677">21.5</cx:pt>
          <cx:pt idx="4678">53</cx:pt>
          <cx:pt idx="4679">28</cx:pt>
          <cx:pt idx="4680">64</cx:pt>
          <cx:pt idx="4681">43</cx:pt>
          <cx:pt idx="4682">41</cx:pt>
          <cx:pt idx="4683">40</cx:pt>
          <cx:pt idx="4684">20.5</cx:pt>
          <cx:pt idx="4685">35.5</cx:pt>
          <cx:pt idx="4686">25.5</cx:pt>
          <cx:pt idx="4687">33</cx:pt>
          <cx:pt idx="4688">31.5</cx:pt>
          <cx:pt idx="4689">60</cx:pt>
          <cx:pt idx="4690">21</cx:pt>
          <cx:pt idx="4691">53</cx:pt>
          <cx:pt idx="4692">49.5</cx:pt>
          <cx:pt idx="4693">26.5</cx:pt>
          <cx:pt idx="4694">58.5</cx:pt>
          <cx:pt idx="4695">33</cx:pt>
          <cx:pt idx="4696">27</cx:pt>
          <cx:pt idx="4697">34.5</cx:pt>
          <cx:pt idx="4698">39</cx:pt>
          <cx:pt idx="4699">61.5</cx:pt>
          <cx:pt idx="4700">56</cx:pt>
          <cx:pt idx="4701">62</cx:pt>
          <cx:pt idx="4702">65</cx:pt>
          <cx:pt idx="4703">32.5</cx:pt>
          <cx:pt idx="4704">64</cx:pt>
          <cx:pt idx="4705">38.5</cx:pt>
          <cx:pt idx="4706">42</cx:pt>
          <cx:pt idx="4707">64</cx:pt>
          <cx:pt idx="4708">45</cx:pt>
          <cx:pt idx="4709">19.5</cx:pt>
          <cx:pt idx="4710">38.5</cx:pt>
          <cx:pt idx="4711">19.5</cx:pt>
          <cx:pt idx="4712">30</cx:pt>
          <cx:pt idx="4713">30.5</cx:pt>
          <cx:pt idx="4714">59</cx:pt>
          <cx:pt idx="4715">57</cx:pt>
          <cx:pt idx="4716">58</cx:pt>
          <cx:pt idx="4717">28.5</cx:pt>
          <cx:pt idx="4718">34.5</cx:pt>
          <cx:pt idx="4719">33.5</cx:pt>
          <cx:pt idx="4720">34</cx:pt>
          <cx:pt idx="4721">40</cx:pt>
          <cx:pt idx="4722">41</cx:pt>
          <cx:pt idx="4723">50</cx:pt>
          <cx:pt idx="4724">22.5</cx:pt>
          <cx:pt idx="4725">39.5</cx:pt>
          <cx:pt idx="4726">54.5</cx:pt>
          <cx:pt idx="4727">29</cx:pt>
          <cx:pt idx="4728">52.5</cx:pt>
          <cx:pt idx="4729">58.5</cx:pt>
          <cx:pt idx="4730">58</cx:pt>
          <cx:pt idx="4731">62</cx:pt>
          <cx:pt idx="4732">56.5</cx:pt>
          <cx:pt idx="4733">45.5</cx:pt>
          <cx:pt idx="4734">22.5</cx:pt>
          <cx:pt idx="4735">63</cx:pt>
          <cx:pt idx="4736">43</cx:pt>
          <cx:pt idx="4737">43</cx:pt>
          <cx:pt idx="4738">40.5</cx:pt>
          <cx:pt idx="4739">41.5</cx:pt>
          <cx:pt idx="4740">41</cx:pt>
          <cx:pt idx="4741">34</cx:pt>
          <cx:pt idx="4742">38</cx:pt>
          <cx:pt idx="4743">40.5</cx:pt>
          <cx:pt idx="4744">56.5</cx:pt>
          <cx:pt idx="4745">54.5</cx:pt>
          <cx:pt idx="4746">55</cx:pt>
          <cx:pt idx="4747">32.5</cx:pt>
          <cx:pt idx="4748">53</cx:pt>
          <cx:pt idx="4749">39</cx:pt>
          <cx:pt idx="4750">46</cx:pt>
          <cx:pt idx="4751">21</cx:pt>
          <cx:pt idx="4752">48</cx:pt>
          <cx:pt idx="4753">45.5</cx:pt>
          <cx:pt idx="4754">54.5</cx:pt>
          <cx:pt idx="4755">52.5</cx:pt>
          <cx:pt idx="4756">44.5</cx:pt>
          <cx:pt idx="4757">21.5</cx:pt>
          <cx:pt idx="4758">50.5</cx:pt>
          <cx:pt idx="4759">26</cx:pt>
          <cx:pt idx="4760">24.5</cx:pt>
          <cx:pt idx="4761">30.5</cx:pt>
          <cx:pt idx="4762">58</cx:pt>
          <cx:pt idx="4763">51.5</cx:pt>
          <cx:pt idx="4764">34</cx:pt>
          <cx:pt idx="4765">31</cx:pt>
          <cx:pt idx="4766">31</cx:pt>
          <cx:pt idx="4767">31</cx:pt>
          <cx:pt idx="4768">62</cx:pt>
          <cx:pt idx="4769">35.5</cx:pt>
          <cx:pt idx="4770">33</cx:pt>
          <cx:pt idx="4771">42</cx:pt>
          <cx:pt idx="4772">43.5</cx:pt>
          <cx:pt idx="4773">21</cx:pt>
          <cx:pt idx="4774">63.5</cx:pt>
          <cx:pt idx="4775">47.5</cx:pt>
          <cx:pt idx="4776">51</cx:pt>
          <cx:pt idx="4777">29.5</cx:pt>
          <cx:pt idx="4778">23</cx:pt>
          <cx:pt idx="4779">61</cx:pt>
          <cx:pt idx="4780">61</cx:pt>
          <cx:pt idx="4781">31</cx:pt>
          <cx:pt idx="4782">27</cx:pt>
          <cx:pt idx="4783">35</cx:pt>
          <cx:pt idx="4784">34</cx:pt>
          <cx:pt idx="4785">57</cx:pt>
          <cx:pt idx="4786">59</cx:pt>
          <cx:pt idx="4787">37.5</cx:pt>
          <cx:pt idx="4788">36.5</cx:pt>
          <cx:pt idx="4789">42.5</cx:pt>
          <cx:pt idx="4790">45</cx:pt>
          <cx:pt idx="4791">21.5</cx:pt>
          <cx:pt idx="4792">34.5</cx:pt>
          <cx:pt idx="4793">36</cx:pt>
          <cx:pt idx="4794">26</cx:pt>
          <cx:pt idx="4795">29</cx:pt>
          <cx:pt idx="4796">47.5</cx:pt>
          <cx:pt idx="4797">19</cx:pt>
          <cx:pt idx="4798">25.5</cx:pt>
          <cx:pt idx="4799">39</cx:pt>
          <cx:pt idx="4800">48.5</cx:pt>
          <cx:pt idx="4801">60.5</cx:pt>
          <cx:pt idx="4802">57.5</cx:pt>
          <cx:pt idx="4803">45.5</cx:pt>
          <cx:pt idx="4804">39.5</cx:pt>
          <cx:pt idx="4805">21</cx:pt>
          <cx:pt idx="4806">57</cx:pt>
          <cx:pt idx="4807">46</cx:pt>
          <cx:pt idx="4808">32.5</cx:pt>
          <cx:pt idx="4809">42.5</cx:pt>
          <cx:pt idx="4810">22.5</cx:pt>
          <cx:pt idx="4811">55.5</cx:pt>
          <cx:pt idx="4812">38</cx:pt>
          <cx:pt idx="4813">31.5</cx:pt>
          <cx:pt idx="4814">55</cx:pt>
          <cx:pt idx="4815">57.5</cx:pt>
          <cx:pt idx="4816">37.5</cx:pt>
          <cx:pt idx="4817">46</cx:pt>
          <cx:pt idx="4818">22.5</cx:pt>
          <cx:pt idx="4819">20.5</cx:pt>
          <cx:pt idx="4820">50</cx:pt>
          <cx:pt idx="4821">19.5</cx:pt>
          <cx:pt idx="4822">27.5</cx:pt>
          <cx:pt idx="4823">57.5</cx:pt>
          <cx:pt idx="4824">57</cx:pt>
          <cx:pt idx="4825">56</cx:pt>
          <cx:pt idx="4826">40</cx:pt>
          <cx:pt idx="4827">40.5</cx:pt>
          <cx:pt idx="4828">51</cx:pt>
          <cx:pt idx="4829">29</cx:pt>
          <cx:pt idx="4830">25.5</cx:pt>
          <cx:pt idx="4831">30</cx:pt>
          <cx:pt idx="4832">49.5</cx:pt>
          <cx:pt idx="4833">52.5</cx:pt>
          <cx:pt idx="4834">25.5</cx:pt>
          <cx:pt idx="4835">21</cx:pt>
          <cx:pt idx="4836">31</cx:pt>
          <cx:pt idx="4837">37.5</cx:pt>
          <cx:pt idx="4838">39</cx:pt>
          <cx:pt idx="4839">18</cx:pt>
          <cx:pt idx="4840">35.5</cx:pt>
          <cx:pt idx="4841">57</cx:pt>
          <cx:pt idx="4842">42</cx:pt>
          <cx:pt idx="4843">31</cx:pt>
          <cx:pt idx="4844">30.5</cx:pt>
          <cx:pt idx="4845">35</cx:pt>
          <cx:pt idx="4846">36</cx:pt>
          <cx:pt idx="4847">33</cx:pt>
          <cx:pt idx="4848">33</cx:pt>
          <cx:pt idx="4849">62</cx:pt>
          <cx:pt idx="4850">64.5</cx:pt>
          <cx:pt idx="4851">46.5</cx:pt>
          <cx:pt idx="4852">47</cx:pt>
          <cx:pt idx="4853">55.5</cx:pt>
          <cx:pt idx="4854">56.5</cx:pt>
          <cx:pt idx="4855">52.5</cx:pt>
          <cx:pt idx="4856">56</cx:pt>
          <cx:pt idx="4857">29.5</cx:pt>
          <cx:pt idx="4858">60.5</cx:pt>
          <cx:pt idx="4859">32.5</cx:pt>
          <cx:pt idx="4860">29.5</cx:pt>
          <cx:pt idx="4861">62.5</cx:pt>
          <cx:pt idx="4862">32.5</cx:pt>
          <cx:pt idx="4863">33</cx:pt>
          <cx:pt idx="4864">32.5</cx:pt>
          <cx:pt idx="4865">27</cx:pt>
          <cx:pt idx="4866">58</cx:pt>
          <cx:pt idx="4867">56</cx:pt>
          <cx:pt idx="4868">28.5</cx:pt>
          <cx:pt idx="4869">50.5</cx:pt>
          <cx:pt idx="4870">55.5</cx:pt>
          <cx:pt idx="4871">58</cx:pt>
          <cx:pt idx="4872">59.5</cx:pt>
          <cx:pt idx="4873">59</cx:pt>
          <cx:pt idx="4874">62</cx:pt>
          <cx:pt idx="4875">59.5</cx:pt>
          <cx:pt idx="4876">23.5</cx:pt>
          <cx:pt idx="4877">52</cx:pt>
          <cx:pt idx="4878">55</cx:pt>
          <cx:pt idx="4879">55.5</cx:pt>
          <cx:pt idx="4880">55.5</cx:pt>
          <cx:pt idx="4881">34</cx:pt>
          <cx:pt idx="4882">45.5</cx:pt>
          <cx:pt idx="4883">50.5</cx:pt>
          <cx:pt idx="4884">45.5</cx:pt>
          <cx:pt idx="4885">60.5</cx:pt>
          <cx:pt idx="4886">37</cx:pt>
          <cx:pt idx="4887">37</cx:pt>
          <cx:pt idx="4888">38</cx:pt>
          <cx:pt idx="4889">52</cx:pt>
          <cx:pt idx="4890">60</cx:pt>
          <cx:pt idx="4891">64.5</cx:pt>
          <cx:pt idx="4892">36</cx:pt>
          <cx:pt idx="4893">54.5</cx:pt>
          <cx:pt idx="4894">65</cx:pt>
          <cx:pt idx="4895">26.5</cx:pt>
          <cx:pt idx="4896">50</cx:pt>
          <cx:pt idx="4897">45</cx:pt>
          <cx:pt idx="4898">46</cx:pt>
          <cx:pt idx="4899">18</cx:pt>
          <cx:pt idx="4900">47.5</cx:pt>
          <cx:pt idx="4901">33</cx:pt>
          <cx:pt idx="4902">31</cx:pt>
          <cx:pt idx="4903">64</cx:pt>
          <cx:pt idx="4904">64.5</cx:pt>
          <cx:pt idx="4905">54.5</cx:pt>
          <cx:pt idx="4906">57.5</cx:pt>
          <cx:pt idx="4907">31</cx:pt>
          <cx:pt idx="4908">27.5</cx:pt>
          <cx:pt idx="4909">43</cx:pt>
          <cx:pt idx="4910">61.5</cx:pt>
          <cx:pt idx="4911">59</cx:pt>
          <cx:pt idx="4912">60.5</cx:pt>
          <cx:pt idx="4913">61</cx:pt>
          <cx:pt idx="4914">45</cx:pt>
          <cx:pt idx="4915">52</cx:pt>
          <cx:pt idx="4916">59.5</cx:pt>
          <cx:pt idx="4917">40.5</cx:pt>
          <cx:pt idx="4918">39</cx:pt>
          <cx:pt idx="4919">42.5</cx:pt>
          <cx:pt idx="4920">51.5</cx:pt>
          <cx:pt idx="4921">46.5</cx:pt>
          <cx:pt idx="4922">27.5</cx:pt>
          <cx:pt idx="4923">55.5</cx:pt>
          <cx:pt idx="4924">53.5</cx:pt>
          <cx:pt idx="4925">30</cx:pt>
          <cx:pt idx="4926">33</cx:pt>
          <cx:pt idx="4927">64</cx:pt>
          <cx:pt idx="4928">38</cx:pt>
          <cx:pt idx="4929">30.5</cx:pt>
          <cx:pt idx="4930">47.5</cx:pt>
          <cx:pt idx="4931">29.5</cx:pt>
          <cx:pt idx="4932">61</cx:pt>
          <cx:pt idx="4933">36</cx:pt>
          <cx:pt idx="4934">24</cx:pt>
          <cx:pt idx="4935">18.5</cx:pt>
          <cx:pt idx="4936">34</cx:pt>
          <cx:pt idx="4937">51.5</cx:pt>
          <cx:pt idx="4938">27.5</cx:pt>
          <cx:pt idx="4939">29</cx:pt>
          <cx:pt idx="4940">29.5</cx:pt>
          <cx:pt idx="4941">33</cx:pt>
          <cx:pt idx="4942">43.5</cx:pt>
          <cx:pt idx="4943">50.5</cx:pt>
          <cx:pt idx="4944">43</cx:pt>
          <cx:pt idx="4945">56.5</cx:pt>
          <cx:pt idx="4946">30.5</cx:pt>
          <cx:pt idx="4947">56.5</cx:pt>
          <cx:pt idx="4948">60.5</cx:pt>
          <cx:pt idx="4949">41.5</cx:pt>
          <cx:pt idx="4950">40</cx:pt>
          <cx:pt idx="4951">42.5</cx:pt>
          <cx:pt idx="4952">38</cx:pt>
          <cx:pt idx="4953">42</cx:pt>
          <cx:pt idx="4954">56</cx:pt>
          <cx:pt idx="4955">38</cx:pt>
          <cx:pt idx="4956">20</cx:pt>
          <cx:pt idx="4957">20</cx:pt>
          <cx:pt idx="4958">62.5</cx:pt>
          <cx:pt idx="4959">63.5</cx:pt>
          <cx:pt idx="4960">45</cx:pt>
          <cx:pt idx="4961">36.5</cx:pt>
          <cx:pt idx="4962">28</cx:pt>
          <cx:pt idx="4963">61.5</cx:pt>
          <cx:pt idx="4964">53</cx:pt>
          <cx:pt idx="4965">40</cx:pt>
          <cx:pt idx="4966">35</cx:pt>
          <cx:pt idx="4967">37</cx:pt>
          <cx:pt idx="4968">52</cx:pt>
          <cx:pt idx="4969">23.5</cx:pt>
          <cx:pt idx="4970">26</cx:pt>
          <cx:pt idx="4971">44.5</cx:pt>
          <cx:pt idx="4972">39.5</cx:pt>
          <cx:pt idx="4973">39</cx:pt>
          <cx:pt idx="4974">19</cx:pt>
          <cx:pt idx="4975">42</cx:pt>
          <cx:pt idx="4976">50</cx:pt>
          <cx:pt idx="4977">51</cx:pt>
          <cx:pt idx="4978">52</cx:pt>
          <cx:pt idx="4979">26.5</cx:pt>
          <cx:pt idx="4980">61.5</cx:pt>
          <cx:pt idx="4981">40.5</cx:pt>
          <cx:pt idx="4982">29.5</cx:pt>
          <cx:pt idx="4983">54.5</cx:pt>
          <cx:pt idx="4984">41</cx:pt>
          <cx:pt idx="4985">40</cx:pt>
          <cx:pt idx="4986">44.5</cx:pt>
          <cx:pt idx="4987">45</cx:pt>
          <cx:pt idx="4988">42.5</cx:pt>
          <cx:pt idx="4989">38.5</cx:pt>
          <cx:pt idx="4990">18.5</cx:pt>
          <cx:pt idx="4991">32</cx:pt>
          <cx:pt idx="4992">62</cx:pt>
          <cx:pt idx="4993">19.5</cx:pt>
          <cx:pt idx="4994">44</cx:pt>
          <cx:pt idx="4995">22.5</cx:pt>
          <cx:pt idx="4996">39.5</cx:pt>
          <cx:pt idx="4997">24.5</cx:pt>
          <cx:pt idx="4998">49</cx:pt>
          <cx:pt idx="4999">51.5</cx:pt>
          <cx:pt idx="5000">18</cx:pt>
          <cx:pt idx="5001">57</cx:pt>
          <cx:pt idx="5002">37.5</cx:pt>
          <cx:pt idx="5003">53</cx:pt>
          <cx:pt idx="5004">58.5</cx:pt>
          <cx:pt idx="5005">49.5</cx:pt>
          <cx:pt idx="5006">57</cx:pt>
          <cx:pt idx="5007">56.5</cx:pt>
          <cx:pt idx="5008">57.5</cx:pt>
          <cx:pt idx="5009">28.5</cx:pt>
          <cx:pt idx="5010">32</cx:pt>
          <cx:pt idx="5011">25.5</cx:pt>
          <cx:pt idx="5012">51.5</cx:pt>
          <cx:pt idx="5013">26.5</cx:pt>
          <cx:pt idx="5014">49</cx:pt>
          <cx:pt idx="5015">37.5</cx:pt>
          <cx:pt idx="5016">57.5</cx:pt>
          <cx:pt idx="5017">27</cx:pt>
          <cx:pt idx="5018">41</cx:pt>
          <cx:pt idx="5019">31.5</cx:pt>
          <cx:pt idx="5020">28.5</cx:pt>
          <cx:pt idx="5021">52.5</cx:pt>
          <cx:pt idx="5022">23</cx:pt>
          <cx:pt idx="5023">26</cx:pt>
          <cx:pt idx="5024">25</cx:pt>
          <cx:pt idx="5025">50.5</cx:pt>
          <cx:pt idx="5026">60</cx:pt>
          <cx:pt idx="5027">38</cx:pt>
          <cx:pt idx="5028">30.5</cx:pt>
          <cx:pt idx="5029">47.5</cx:pt>
          <cx:pt idx="5030">47.5</cx:pt>
          <cx:pt idx="5031">27.5</cx:pt>
          <cx:pt idx="5032">50.5</cx:pt>
          <cx:pt idx="5033">52.5</cx:pt>
          <cx:pt idx="5034">22</cx:pt>
          <cx:pt idx="5035">52</cx:pt>
          <cx:pt idx="5036">49.5</cx:pt>
          <cx:pt idx="5037">21.5</cx:pt>
          <cx:pt idx="5038">61</cx:pt>
          <cx:pt idx="5039">61</cx:pt>
          <cx:pt idx="5040">43.5</cx:pt>
          <cx:pt idx="5041">26</cx:pt>
          <cx:pt idx="5042">32.5</cx:pt>
          <cx:pt idx="5043">30.5</cx:pt>
          <cx:pt idx="5044">58</cx:pt>
          <cx:pt idx="5045">58</cx:pt>
          <cx:pt idx="5046">50.5</cx:pt>
          <cx:pt idx="5047">54.5</cx:pt>
          <cx:pt idx="5048">51</cx:pt>
          <cx:pt idx="5049">35</cx:pt>
          <cx:pt idx="5050">39</cx:pt>
          <cx:pt idx="5051">39</cx:pt>
          <cx:pt idx="5052">39</cx:pt>
          <cx:pt idx="5053">57</cx:pt>
          <cx:pt idx="5054">33</cx:pt>
          <cx:pt idx="5055">48.5</cx:pt>
          <cx:pt idx="5056">39</cx:pt>
          <cx:pt idx="5057">55.5</cx:pt>
          <cx:pt idx="5058">51</cx:pt>
          <cx:pt idx="5059">23.5</cx:pt>
          <cx:pt idx="5060">19.5</cx:pt>
          <cx:pt idx="5061">32.5</cx:pt>
          <cx:pt idx="5062">31.5</cx:pt>
          <cx:pt idx="5063">25.5</cx:pt>
          <cx:pt idx="5064">38</cx:pt>
          <cx:pt idx="5065">28</cx:pt>
          <cx:pt idx="5066">31</cx:pt>
          <cx:pt idx="5067">39</cx:pt>
          <cx:pt idx="5068">54.5</cx:pt>
          <cx:pt idx="5069">58.5</cx:pt>
          <cx:pt idx="5070">59</cx:pt>
          <cx:pt idx="5071">44.5</cx:pt>
          <cx:pt idx="5072">20.5</cx:pt>
          <cx:pt idx="5073">62</cx:pt>
          <cx:pt idx="5074">59</cx:pt>
          <cx:pt idx="5075">25.5</cx:pt>
          <cx:pt idx="5076">35</cx:pt>
          <cx:pt idx="5077">34.5</cx:pt>
          <cx:pt idx="5078">26.5</cx:pt>
          <cx:pt idx="5079">51.5</cx:pt>
          <cx:pt idx="5080">23.5</cx:pt>
          <cx:pt idx="5081">25</cx:pt>
          <cx:pt idx="5082">25</cx:pt>
          <cx:pt idx="5083">21</cx:pt>
          <cx:pt idx="5084">32</cx:pt>
          <cx:pt idx="5085">46.5</cx:pt>
          <cx:pt idx="5086">46</cx:pt>
          <cx:pt idx="5087">50.5</cx:pt>
          <cx:pt idx="5088">28.5</cx:pt>
          <cx:pt idx="5089">42.5</cx:pt>
          <cx:pt idx="5090">39.5</cx:pt>
          <cx:pt idx="5091">33.5</cx:pt>
          <cx:pt idx="5092">34.5</cx:pt>
          <cx:pt idx="5093">28.5</cx:pt>
          <cx:pt idx="5094">29.5</cx:pt>
          <cx:pt idx="5095">62</cx:pt>
          <cx:pt idx="5096">26</cx:pt>
          <cx:pt idx="5097">36.5</cx:pt>
          <cx:pt idx="5098">32.5</cx:pt>
          <cx:pt idx="5099">28.5</cx:pt>
          <cx:pt idx="5100">29.5</cx:pt>
          <cx:pt idx="5101">46.5</cx:pt>
          <cx:pt idx="5102">31</cx:pt>
          <cx:pt idx="5103">49</cx:pt>
          <cx:pt idx="5104">29</cx:pt>
          <cx:pt idx="5105">53.5</cx:pt>
          <cx:pt idx="5106">27</cx:pt>
          <cx:pt idx="5107">29.5</cx:pt>
          <cx:pt idx="5108">29.5</cx:pt>
          <cx:pt idx="5109">31</cx:pt>
          <cx:pt idx="5110">33.5</cx:pt>
          <cx:pt idx="5111">33.5</cx:pt>
          <cx:pt idx="5112">26</cx:pt>
          <cx:pt idx="5113">28</cx:pt>
          <cx:pt idx="5114">26.5</cx:pt>
          <cx:pt idx="5115">30</cx:pt>
          <cx:pt idx="5116">65</cx:pt>
          <cx:pt idx="5117">33.5</cx:pt>
          <cx:pt idx="5118">35</cx:pt>
          <cx:pt idx="5119">42</cx:pt>
          <cx:pt idx="5120">58.5</cx:pt>
          <cx:pt idx="5121">49.5</cx:pt>
          <cx:pt idx="5122">25.5</cx:pt>
          <cx:pt idx="5123">23.5</cx:pt>
          <cx:pt idx="5124">51.5</cx:pt>
          <cx:pt idx="5125">28.5</cx:pt>
          <cx:pt idx="5126">54.5</cx:pt>
          <cx:pt idx="5127">24</cx:pt>
          <cx:pt idx="5128">27.5</cx:pt>
          <cx:pt idx="5129">29.5</cx:pt>
          <cx:pt idx="5130">39.5</cx:pt>
          <cx:pt idx="5131">31.5</cx:pt>
          <cx:pt idx="5132">27</cx:pt>
          <cx:pt idx="5133">29</cx:pt>
          <cx:pt idx="5134">40</cx:pt>
          <cx:pt idx="5135">22</cx:pt>
          <cx:pt idx="5136">46</cx:pt>
          <cx:pt idx="5137">42.5</cx:pt>
          <cx:pt idx="5138">50</cx:pt>
          <cx:pt idx="5139">27.5</cx:pt>
          <cx:pt idx="5140">26.5</cx:pt>
          <cx:pt idx="5141">45</cx:pt>
          <cx:pt idx="5142">22.5</cx:pt>
          <cx:pt idx="5143">60</cx:pt>
          <cx:pt idx="5144">24.5</cx:pt>
          <cx:pt idx="5145">32</cx:pt>
          <cx:pt idx="5146">52.5</cx:pt>
          <cx:pt idx="5147">44.5</cx:pt>
          <cx:pt idx="5148">26</cx:pt>
          <cx:pt idx="5149">61.5</cx:pt>
          <cx:pt idx="5150">30.5</cx:pt>
          <cx:pt idx="5151">62</cx:pt>
          <cx:pt idx="5152">34.5</cx:pt>
          <cx:pt idx="5153">29</cx:pt>
          <cx:pt idx="5154">30</cx:pt>
          <cx:pt idx="5155">30</cx:pt>
          <cx:pt idx="5156">30</cx:pt>
          <cx:pt idx="5157">27.5</cx:pt>
          <cx:pt idx="5158">32.5</cx:pt>
          <cx:pt idx="5159">29</cx:pt>
          <cx:pt idx="5160">61.5</cx:pt>
          <cx:pt idx="5161">58</cx:pt>
          <cx:pt idx="5162">36.5</cx:pt>
          <cx:pt idx="5163">29.5</cx:pt>
          <cx:pt idx="5164">33</cx:pt>
          <cx:pt idx="5165">43.5</cx:pt>
          <cx:pt idx="5166">44.5</cx:pt>
          <cx:pt idx="5167">18.5</cx:pt>
          <cx:pt idx="5168">43</cx:pt>
          <cx:pt idx="5169">39.5</cx:pt>
          <cx:pt idx="5170">40.5</cx:pt>
          <cx:pt idx="5171">19.5</cx:pt>
          <cx:pt idx="5172">44.5</cx:pt>
          <cx:pt idx="5173">22.5</cx:pt>
          <cx:pt idx="5174">26</cx:pt>
          <cx:pt idx="5175">26</cx:pt>
          <cx:pt idx="5176">48</cx:pt>
          <cx:pt idx="5177">36.5</cx:pt>
          <cx:pt idx="5178">34</cx:pt>
          <cx:pt idx="5179">48.5</cx:pt>
          <cx:pt idx="5180">46.5</cx:pt>
          <cx:pt idx="5181">20.5</cx:pt>
          <cx:pt idx="5182">27.5</cx:pt>
          <cx:pt idx="5183">62</cx:pt>
          <cx:pt idx="5184">27.5</cx:pt>
          <cx:pt idx="5185">34.5</cx:pt>
          <cx:pt idx="5186">25.5</cx:pt>
          <cx:pt idx="5187">36</cx:pt>
          <cx:pt idx="5188">34.5</cx:pt>
          <cx:pt idx="5189">37</cx:pt>
          <cx:pt idx="5190">36</cx:pt>
          <cx:pt idx="5191">35.5</cx:pt>
          <cx:pt idx="5192">43.5</cx:pt>
          <cx:pt idx="5193">23.5</cx:pt>
          <cx:pt idx="5194">30</cx:pt>
          <cx:pt idx="5195">59</cx:pt>
          <cx:pt idx="5196">37.5</cx:pt>
          <cx:pt idx="5197">44</cx:pt>
          <cx:pt idx="5198">45.5</cx:pt>
          <cx:pt idx="5199">24.5</cx:pt>
          <cx:pt idx="5200">25.5</cx:pt>
          <cx:pt idx="5201">30.5</cx:pt>
          <cx:pt idx="5202">27</cx:pt>
          <cx:pt idx="5203">28</cx:pt>
          <cx:pt idx="5204">28</cx:pt>
          <cx:pt idx="5205">32</cx:pt>
          <cx:pt idx="5206">56</cx:pt>
          <cx:pt idx="5207">34.5</cx:pt>
          <cx:pt idx="5208">36</cx:pt>
          <cx:pt idx="5209">55</cx:pt>
          <cx:pt idx="5210">57.5</cx:pt>
          <cx:pt idx="5211">30</cx:pt>
          <cx:pt idx="5212">26.5</cx:pt>
          <cx:pt idx="5213">33.5</cx:pt>
          <cx:pt idx="5214">54.5</cx:pt>
          <cx:pt idx="5215">22.5</cx:pt>
          <cx:pt idx="5216">31</cx:pt>
          <cx:pt idx="5217">27.5</cx:pt>
          <cx:pt idx="5218">26.5</cx:pt>
          <cx:pt idx="5219">28.5</cx:pt>
          <cx:pt idx="5220">30.5</cx:pt>
          <cx:pt idx="5221">25.5</cx:pt>
          <cx:pt idx="5222">26.5</cx:pt>
          <cx:pt idx="5223">46.5</cx:pt>
          <cx:pt idx="5224">37</cx:pt>
          <cx:pt idx="5225">35.5</cx:pt>
          <cx:pt idx="5226">39.5</cx:pt>
          <cx:pt idx="5227">35</cx:pt>
          <cx:pt idx="5228">26</cx:pt>
          <cx:pt idx="5229">42</cx:pt>
          <cx:pt idx="5230">19.5</cx:pt>
          <cx:pt idx="5231">44.5</cx:pt>
          <cx:pt idx="5232">25</cx:pt>
          <cx:pt idx="5233">18</cx:pt>
          <cx:pt idx="5234">23.5</cx:pt>
          <cx:pt idx="5235">29.5</cx:pt>
          <cx:pt idx="5236">56</cx:pt>
          <cx:pt idx="5237">35.5</cx:pt>
          <cx:pt idx="5238">48.5</cx:pt>
          <cx:pt idx="5239">36</cx:pt>
          <cx:pt idx="5240">41</cx:pt>
          <cx:pt idx="5241">28.5</cx:pt>
          <cx:pt idx="5242">30</cx:pt>
          <cx:pt idx="5243">42</cx:pt>
          <cx:pt idx="5244">42</cx:pt>
          <cx:pt idx="5245">29</cx:pt>
          <cx:pt idx="5246">41</cx:pt>
          <cx:pt idx="5247">44.5</cx:pt>
          <cx:pt idx="5248">19.5</cx:pt>
          <cx:pt idx="5249">31.5</cx:pt>
          <cx:pt idx="5250">30</cx:pt>
          <cx:pt idx="5251">31</cx:pt>
          <cx:pt idx="5252">34.5</cx:pt>
          <cx:pt idx="5253">37.5</cx:pt>
          <cx:pt idx="5254">48.5</cx:pt>
          <cx:pt idx="5255">55.5</cx:pt>
          <cx:pt idx="5256">33</cx:pt>
          <cx:pt idx="5257">40</cx:pt>
          <cx:pt idx="5258">41.5</cx:pt>
          <cx:pt idx="5259">42</cx:pt>
          <cx:pt idx="5260">23</cx:pt>
          <cx:pt idx="5261">60</cx:pt>
          <cx:pt idx="5262">61</cx:pt>
          <cx:pt idx="5263">35.5</cx:pt>
          <cx:pt idx="5264">39.5</cx:pt>
          <cx:pt idx="5265">37.5</cx:pt>
          <cx:pt idx="5266">21</cx:pt>
          <cx:pt idx="5267">64.5</cx:pt>
          <cx:pt idx="5268">28</cx:pt>
          <cx:pt idx="5269">32.5</cx:pt>
          <cx:pt idx="5270">57</cx:pt>
          <cx:pt idx="5271">47.5</cx:pt>
          <cx:pt idx="5272">27.5</cx:pt>
          <cx:pt idx="5273">36.5</cx:pt>
          <cx:pt idx="5274">42</cx:pt>
          <cx:pt idx="5275">38.5</cx:pt>
          <cx:pt idx="5276">33.5</cx:pt>
          <cx:pt idx="5277">42</cx:pt>
          <cx:pt idx="5278">56.5</cx:pt>
          <cx:pt idx="5279">54.5</cx:pt>
          <cx:pt idx="5280">50.5</cx:pt>
          <cx:pt idx="5281">24</cx:pt>
          <cx:pt idx="5282">58.5</cx:pt>
          <cx:pt idx="5283">55</cx:pt>
          <cx:pt idx="5284">54.5</cx:pt>
          <cx:pt idx="5285">22.5</cx:pt>
          <cx:pt idx="5286">28.5</cx:pt>
          <cx:pt idx="5287">40</cx:pt>
          <cx:pt idx="5288">30</cx:pt>
          <cx:pt idx="5289">53.5</cx:pt>
          <cx:pt idx="5290">51.5</cx:pt>
          <cx:pt idx="5291">61.5</cx:pt>
          <cx:pt idx="5292">61</cx:pt>
          <cx:pt idx="5293">36.5</cx:pt>
          <cx:pt idx="5294">62</cx:pt>
          <cx:pt idx="5295">36.5</cx:pt>
          <cx:pt idx="5296">37</cx:pt>
          <cx:pt idx="5297">65</cx:pt>
          <cx:pt idx="5298">37.5</cx:pt>
          <cx:pt idx="5299">39.5</cx:pt>
          <cx:pt idx="5300">46.5</cx:pt>
          <cx:pt idx="5301">49.5</cx:pt>
          <cx:pt idx="5302">22.5</cx:pt>
          <cx:pt idx="5303">28.5</cx:pt>
          <cx:pt idx="5304">44.5</cx:pt>
          <cx:pt idx="5305">50</cx:pt>
          <cx:pt idx="5306">42.5</cx:pt>
          <cx:pt idx="5307">40.5</cx:pt>
          <cx:pt idx="5308">38.5</cx:pt>
          <cx:pt idx="5309">18.5</cx:pt>
          <cx:pt idx="5310">61.5</cx:pt>
          <cx:pt idx="5311">54</cx:pt>
          <cx:pt idx="5312">30.5</cx:pt>
          <cx:pt idx="5313">32.5</cx:pt>
          <cx:pt idx="5314">33</cx:pt>
          <cx:pt idx="5315">27.5</cx:pt>
          <cx:pt idx="5316">64.5</cx:pt>
          <cx:pt idx="5317">31</cx:pt>
          <cx:pt idx="5318">39.5</cx:pt>
          <cx:pt idx="5319">37.5</cx:pt>
          <cx:pt idx="5320">26.5</cx:pt>
          <cx:pt idx="5321">65</cx:pt>
          <cx:pt idx="5322">44</cx:pt>
          <cx:pt idx="5323">34.5</cx:pt>
          <cx:pt idx="5324">58.5</cx:pt>
          <cx:pt idx="5325">21</cx:pt>
          <cx:pt idx="5326">30</cx:pt>
          <cx:pt idx="5327">32</cx:pt>
          <cx:pt idx="5328">46</cx:pt>
          <cx:pt idx="5329">46.5</cx:pt>
          <cx:pt idx="5330">21.5</cx:pt>
          <cx:pt idx="5331">40</cx:pt>
          <cx:pt idx="5332">36</cx:pt>
          <cx:pt idx="5333">31</cx:pt>
          <cx:pt idx="5334">61.5</cx:pt>
          <cx:pt idx="5335">28.5</cx:pt>
          <cx:pt idx="5336">30</cx:pt>
          <cx:pt idx="5337">23.5</cx:pt>
          <cx:pt idx="5338">49</cx:pt>
          <cx:pt idx="5339">38.5</cx:pt>
          <cx:pt idx="5340">18</cx:pt>
          <cx:pt idx="5341">46.5</cx:pt>
          <cx:pt idx="5342">31.5</cx:pt>
          <cx:pt idx="5343">28.5</cx:pt>
          <cx:pt idx="5344">39</cx:pt>
          <cx:pt idx="5345">29</cx:pt>
          <cx:pt idx="5346">20</cx:pt>
          <cx:pt idx="5347">26.5</cx:pt>
          <cx:pt idx="5348">28.5</cx:pt>
          <cx:pt idx="5349">28</cx:pt>
          <cx:pt idx="5350">62</cx:pt>
          <cx:pt idx="5351">34</cx:pt>
          <cx:pt idx="5352">36.5</cx:pt>
          <cx:pt idx="5353">36</cx:pt>
          <cx:pt idx="5354">35</cx:pt>
          <cx:pt idx="5355">27</cx:pt>
          <cx:pt idx="5356">37</cx:pt>
          <cx:pt idx="5357">26.5</cx:pt>
          <cx:pt idx="5358">27.5</cx:pt>
          <cx:pt idx="5359">57</cx:pt>
          <cx:pt idx="5360">39.5</cx:pt>
          <cx:pt idx="5361">50</cx:pt>
          <cx:pt idx="5362">27.5</cx:pt>
          <cx:pt idx="5363">59</cx:pt>
          <cx:pt idx="5364">61</cx:pt>
          <cx:pt idx="5365">33.5</cx:pt>
          <cx:pt idx="5366">37.5</cx:pt>
          <cx:pt idx="5367">57.5</cx:pt>
          <cx:pt idx="5368">30</cx:pt>
          <cx:pt idx="5369">26</cx:pt>
          <cx:pt idx="5370">29</cx:pt>
          <cx:pt idx="5371">33</cx:pt>
          <cx:pt idx="5372">32</cx:pt>
          <cx:pt idx="5373">34.5</cx:pt>
          <cx:pt idx="5374">39.5</cx:pt>
          <cx:pt idx="5375">20</cx:pt>
          <cx:pt idx="5376">38</cx:pt>
          <cx:pt idx="5377">28</cx:pt>
          <cx:pt idx="5378">27</cx:pt>
          <cx:pt idx="5379">36.5</cx:pt>
          <cx:pt idx="5380">37</cx:pt>
          <cx:pt idx="5381">59.5</cx:pt>
          <cx:pt idx="5382">26</cx:pt>
          <cx:pt idx="5383">32.5</cx:pt>
          <cx:pt idx="5384">52.5</cx:pt>
          <cx:pt idx="5385">30</cx:pt>
          <cx:pt idx="5386">38</cx:pt>
          <cx:pt idx="5387">19</cx:pt>
          <cx:pt idx="5388">25.5</cx:pt>
          <cx:pt idx="5389">28.5</cx:pt>
          <cx:pt idx="5390">30</cx:pt>
          <cx:pt idx="5391">56</cx:pt>
          <cx:pt idx="5392">19</cx:pt>
          <cx:pt idx="5393">30.5</cx:pt>
          <cx:pt idx="5394">38</cx:pt>
          <cx:pt idx="5395">31.5</cx:pt>
          <cx:pt idx="5396">30</cx:pt>
          <cx:pt idx="5397">23</cx:pt>
          <cx:pt idx="5398">24.5</cx:pt>
          <cx:pt idx="5399">42</cx:pt>
          <cx:pt idx="5400">45.5</cx:pt>
          <cx:pt idx="5401">19.5</cx:pt>
          <cx:pt idx="5402">65</cx:pt>
          <cx:pt idx="5403">65</cx:pt>
          <cx:pt idx="5404">31</cx:pt>
          <cx:pt idx="5405">22.5</cx:pt>
          <cx:pt idx="5406">26</cx:pt>
          <cx:pt idx="5407">24</cx:pt>
          <cx:pt idx="5408">47.5</cx:pt>
          <cx:pt idx="5409">23</cx:pt>
          <cx:pt idx="5410">26.5</cx:pt>
          <cx:pt idx="5411">47.5</cx:pt>
          <cx:pt idx="5412">18.5</cx:pt>
          <cx:pt idx="5413">46</cx:pt>
          <cx:pt idx="5414">40</cx:pt>
          <cx:pt idx="5415">29</cx:pt>
          <cx:pt idx="5416">23</cx:pt>
          <cx:pt idx="5417">42</cx:pt>
          <cx:pt idx="5418">44</cx:pt>
          <cx:pt idx="5419">22</cx:pt>
          <cx:pt idx="5420">43.5</cx:pt>
          <cx:pt idx="5421">26.5</cx:pt>
          <cx:pt idx="5422">34</cx:pt>
          <cx:pt idx="5423">35.5</cx:pt>
          <cx:pt idx="5424">51</cx:pt>
          <cx:pt idx="5425">19</cx:pt>
          <cx:pt idx="5426">47</cx:pt>
          <cx:pt idx="5427">32.5</cx:pt>
          <cx:pt idx="5428">30</cx:pt>
          <cx:pt idx="5429">42.5</cx:pt>
          <cx:pt idx="5430">30.5</cx:pt>
          <cx:pt idx="5431">46.5</cx:pt>
          <cx:pt idx="5432">27.5</cx:pt>
          <cx:pt idx="5433">41.5</cx:pt>
          <cx:pt idx="5434">29</cx:pt>
          <cx:pt idx="5435">25.5</cx:pt>
          <cx:pt idx="5436">27.5</cx:pt>
          <cx:pt idx="5437">25</cx:pt>
          <cx:pt idx="5438">26.5</cx:pt>
          <cx:pt idx="5439">41.5</cx:pt>
          <cx:pt idx="5440">44.5</cx:pt>
          <cx:pt idx="5441">23.5</cx:pt>
          <cx:pt idx="5442">27.5</cx:pt>
          <cx:pt idx="5443">49.5</cx:pt>
          <cx:pt idx="5444">30</cx:pt>
          <cx:pt idx="5445">24</cx:pt>
          <cx:pt idx="5446">20.5</cx:pt>
          <cx:pt idx="5447">51</cx:pt>
          <cx:pt idx="5448">27.5</cx:pt>
          <cx:pt idx="5449">38.5</cx:pt>
          <cx:pt idx="5450">30</cx:pt>
          <cx:pt idx="5451">32</cx:pt>
          <cx:pt idx="5452">27</cx:pt>
          <cx:pt idx="5453">54.5</cx:pt>
          <cx:pt idx="5454">51</cx:pt>
          <cx:pt idx="5455">28.5</cx:pt>
          <cx:pt idx="5456">31</cx:pt>
          <cx:pt idx="5457">36.5</cx:pt>
          <cx:pt idx="5458">24</cx:pt>
          <cx:pt idx="5459">28.5</cx:pt>
          <cx:pt idx="5460">34</cx:pt>
          <cx:pt idx="5461">30.5</cx:pt>
          <cx:pt idx="5462">57</cx:pt>
          <cx:pt idx="5463">29.5</cx:pt>
          <cx:pt idx="5464">27.5</cx:pt>
          <cx:pt idx="5465">20.5</cx:pt>
          <cx:pt idx="5466">28</cx:pt>
          <cx:pt idx="5467">26</cx:pt>
          <cx:pt idx="5468">50</cx:pt>
          <cx:pt idx="5469">37.5</cx:pt>
          <cx:pt idx="5470">57</cx:pt>
          <cx:pt idx="5471">35</cx:pt>
          <cx:pt idx="5472">52</cx:pt>
          <cx:pt idx="5473">51.5</cx:pt>
          <cx:pt idx="5474">23.5</cx:pt>
          <cx:pt idx="5475">41.5</cx:pt>
          <cx:pt idx="5476">35.5</cx:pt>
          <cx:pt idx="5477">37.5</cx:pt>
          <cx:pt idx="5478">31</cx:pt>
          <cx:pt idx="5479">29</cx:pt>
          <cx:pt idx="5480">38</cx:pt>
          <cx:pt idx="5481">39.5</cx:pt>
          <cx:pt idx="5482">54.5</cx:pt>
          <cx:pt idx="5483">26</cx:pt>
          <cx:pt idx="5484">24.5</cx:pt>
          <cx:pt idx="5485">30</cx:pt>
          <cx:pt idx="5486">41</cx:pt>
          <cx:pt idx="5487">41</cx:pt>
          <cx:pt idx="5488">45</cx:pt>
          <cx:pt idx="5489">18</cx:pt>
          <cx:pt idx="5490">43</cx:pt>
          <cx:pt idx="5491">50.5</cx:pt>
          <cx:pt idx="5492">50</cx:pt>
          <cx:pt idx="5493">30</cx:pt>
          <cx:pt idx="5494">57.5</cx:pt>
          <cx:pt idx="5495">45</cx:pt>
          <cx:pt idx="5496">57</cx:pt>
          <cx:pt idx="5497">18.5</cx:pt>
          <cx:pt idx="5498">45</cx:pt>
          <cx:pt idx="5499">27</cx:pt>
          <cx:pt idx="5500">61</cx:pt>
          <cx:pt idx="5501">34.5</cx:pt>
          <cx:pt idx="5502">32</cx:pt>
          <cx:pt idx="5503">38</cx:pt>
          <cx:pt idx="5504">23</cx:pt>
          <cx:pt idx="5505">38</cx:pt>
          <cx:pt idx="5506">33</cx:pt>
          <cx:pt idx="5507">48</cx:pt>
          <cx:pt idx="5508">32.5</cx:pt>
          <cx:pt idx="5509">36</cx:pt>
          <cx:pt idx="5510">22</cx:pt>
          <cx:pt idx="5511">55.5</cx:pt>
          <cx:pt idx="5512">24</cx:pt>
          <cx:pt idx="5513">36.5</cx:pt>
          <cx:pt idx="5514">32</cx:pt>
          <cx:pt idx="5515">45</cx:pt>
          <cx:pt idx="5516">38.5</cx:pt>
          <cx:pt idx="5517">19.5</cx:pt>
          <cx:pt idx="5518">43.5</cx:pt>
          <cx:pt idx="5519">27</cx:pt>
          <cx:pt idx="5520">43</cx:pt>
          <cx:pt idx="5521">25.5</cx:pt>
          <cx:pt idx="5522">39.5</cx:pt>
          <cx:pt idx="5523">43.5</cx:pt>
          <cx:pt idx="5524">19</cx:pt>
          <cx:pt idx="5525">29.5</cx:pt>
          <cx:pt idx="5526">64.5</cx:pt>
          <cx:pt idx="5527">62</cx:pt>
          <cx:pt idx="5528">59.5</cx:pt>
          <cx:pt idx="5529">34</cx:pt>
          <cx:pt idx="5530">33.5</cx:pt>
          <cx:pt idx="5531">59</cx:pt>
          <cx:pt idx="5532">30</cx:pt>
          <cx:pt idx="5533">27</cx:pt>
          <cx:pt idx="5534">36</cx:pt>
          <cx:pt idx="5535">31</cx:pt>
          <cx:pt idx="5536">34</cx:pt>
          <cx:pt idx="5537">23</cx:pt>
          <cx:pt idx="5538">45</cx:pt>
          <cx:pt idx="5539">36.5</cx:pt>
          <cx:pt idx="5540">41.5</cx:pt>
          <cx:pt idx="5541">25</cx:pt>
          <cx:pt idx="5542">27</cx:pt>
          <cx:pt idx="5543">23</cx:pt>
          <cx:pt idx="5544">64</cx:pt>
          <cx:pt idx="5545">20.5</cx:pt>
          <cx:pt idx="5546">24</cx:pt>
          <cx:pt idx="5547">63.5</cx:pt>
          <cx:pt idx="5548">48.5</cx:pt>
          <cx:pt idx="5549">45.5</cx:pt>
          <cx:pt idx="5550">42</cx:pt>
          <cx:pt idx="5551">41.5</cx:pt>
          <cx:pt idx="5552">25</cx:pt>
          <cx:pt idx="5553">44.5</cx:pt>
          <cx:pt idx="5554">56</cx:pt>
          <cx:pt idx="5555">23.5</cx:pt>
          <cx:pt idx="5556">50</cx:pt>
          <cx:pt idx="5557">27</cx:pt>
          <cx:pt idx="5558">41</cx:pt>
          <cx:pt idx="5559">33</cx:pt>
          <cx:pt idx="5560">31</cx:pt>
          <cx:pt idx="5561">46</cx:pt>
          <cx:pt idx="5562">19.5</cx:pt>
          <cx:pt idx="5563">58</cx:pt>
          <cx:pt idx="5564">39</cx:pt>
          <cx:pt idx="5565">45.5</cx:pt>
          <cx:pt idx="5566">24.5</cx:pt>
          <cx:pt idx="5567">49.5</cx:pt>
          <cx:pt idx="5568">51.5</cx:pt>
          <cx:pt idx="5569">52</cx:pt>
          <cx:pt idx="5570">25</cx:pt>
          <cx:pt idx="5571">32</cx:pt>
          <cx:pt idx="5572">29.5</cx:pt>
          <cx:pt idx="5573">52.5</cx:pt>
          <cx:pt idx="5574">31</cx:pt>
          <cx:pt idx="5575">26.5</cx:pt>
          <cx:pt idx="5576">39.5</cx:pt>
          <cx:pt idx="5577">27</cx:pt>
          <cx:pt idx="5578">28</cx:pt>
          <cx:pt idx="5579">24</cx:pt>
          <cx:pt idx="5580">32</cx:pt>
          <cx:pt idx="5581">30</cx:pt>
          <cx:pt idx="5582">65</cx:pt>
          <cx:pt idx="5583">48.5</cx:pt>
          <cx:pt idx="5584">26.5</cx:pt>
          <cx:pt idx="5585">28.5</cx:pt>
          <cx:pt idx="5586">32.5</cx:pt>
          <cx:pt idx="5587">39.5</cx:pt>
          <cx:pt idx="5588">19.5</cx:pt>
          <cx:pt idx="5589">32.5</cx:pt>
          <cx:pt idx="5590">34</cx:pt>
          <cx:pt idx="5591">38.5</cx:pt>
          <cx:pt idx="5592">28</cx:pt>
          <cx:pt idx="5593">60.5</cx:pt>
          <cx:pt idx="5594">25</cx:pt>
          <cx:pt idx="5595">21.5</cx:pt>
          <cx:pt idx="5596">28.5</cx:pt>
          <cx:pt idx="5597">65</cx:pt>
          <cx:pt idx="5598">42.5</cx:pt>
          <cx:pt idx="5599">28</cx:pt>
          <cx:pt idx="5600">36</cx:pt>
          <cx:pt idx="5601">25.5</cx:pt>
          <cx:pt idx="5602">37.5</cx:pt>
          <cx:pt idx="5603">63</cx:pt>
          <cx:pt idx="5604">31.5</cx:pt>
          <cx:pt idx="5605">38</cx:pt>
          <cx:pt idx="5606">46</cx:pt>
          <cx:pt idx="5607">36</cx:pt>
          <cx:pt idx="5608">52</cx:pt>
          <cx:pt idx="5609">53</cx:pt>
          <cx:pt idx="5610">31.5</cx:pt>
          <cx:pt idx="5611">31</cx:pt>
          <cx:pt idx="5612">50.5</cx:pt>
          <cx:pt idx="5613">40</cx:pt>
          <cx:pt idx="5614">18</cx:pt>
          <cx:pt idx="5615">28.5</cx:pt>
          <cx:pt idx="5616">24.5</cx:pt>
          <cx:pt idx="5617">36</cx:pt>
          <cx:pt idx="5618">31</cx:pt>
          <cx:pt idx="5619">59.5</cx:pt>
          <cx:pt idx="5620">54.5</cx:pt>
          <cx:pt idx="5621">36</cx:pt>
          <cx:pt idx="5622">31.5</cx:pt>
          <cx:pt idx="5623">31.5</cx:pt>
          <cx:pt idx="5624">32</cx:pt>
          <cx:pt idx="5625">60.5</cx:pt>
          <cx:pt idx="5626">24</cx:pt>
          <cx:pt idx="5627">49</cx:pt>
          <cx:pt idx="5628">38.5</cx:pt>
          <cx:pt idx="5629">51.5</cx:pt>
          <cx:pt idx="5630">30.5</cx:pt>
          <cx:pt idx="5631">48.5</cx:pt>
          <cx:pt idx="5632">53.5</cx:pt>
          <cx:pt idx="5633">31</cx:pt>
          <cx:pt idx="5634">59.5</cx:pt>
          <cx:pt idx="5635">27</cx:pt>
          <cx:pt idx="5636">41</cx:pt>
          <cx:pt idx="5637">39</cx:pt>
          <cx:pt idx="5638">34.5</cx:pt>
          <cx:pt idx="5639">50</cx:pt>
          <cx:pt idx="5640">51</cx:pt>
          <cx:pt idx="5641">21</cx:pt>
          <cx:pt idx="5642">42.5</cx:pt>
          <cx:pt idx="5643">25.5</cx:pt>
          <cx:pt idx="5644">32</cx:pt>
          <cx:pt idx="5645">31.5</cx:pt>
          <cx:pt idx="5646">24.5</cx:pt>
          <cx:pt idx="5647">52</cx:pt>
          <cx:pt idx="5648">20.5</cx:pt>
          <cx:pt idx="5649">32.5</cx:pt>
          <cx:pt idx="5650">27</cx:pt>
          <cx:pt idx="5651">51.5</cx:pt>
          <cx:pt idx="5652">25</cx:pt>
          <cx:pt idx="5653">39</cx:pt>
          <cx:pt idx="5654">24.5</cx:pt>
          <cx:pt idx="5655">31.5</cx:pt>
          <cx:pt idx="5656">22</cx:pt>
          <cx:pt idx="5657">29.5</cx:pt>
          <cx:pt idx="5658">31.5</cx:pt>
          <cx:pt idx="5659">42.5</cx:pt>
          <cx:pt idx="5660">29.5</cx:pt>
          <cx:pt idx="5661">32.5</cx:pt>
          <cx:pt idx="5662">59.5</cx:pt>
          <cx:pt idx="5663">27.5</cx:pt>
          <cx:pt idx="5664">31</cx:pt>
          <cx:pt idx="5665">28.5</cx:pt>
          <cx:pt idx="5666">39.5</cx:pt>
          <cx:pt idx="5667">22</cx:pt>
          <cx:pt idx="5668">50.5</cx:pt>
          <cx:pt idx="5669">47.5</cx:pt>
          <cx:pt idx="5670">31</cx:pt>
          <cx:pt idx="5671">60</cx:pt>
          <cx:pt idx="5672">26</cx:pt>
          <cx:pt idx="5673">54.5</cx:pt>
          <cx:pt idx="5674">57</cx:pt>
          <cx:pt idx="5675">56</cx:pt>
          <cx:pt idx="5676">48</cx:pt>
          <cx:pt idx="5677">53</cx:pt>
          <cx:pt idx="5678">27</cx:pt>
          <cx:pt idx="5679">23</cx:pt>
          <cx:pt idx="5680">26</cx:pt>
          <cx:pt idx="5681">24</cx:pt>
          <cx:pt idx="5682">29.5</cx:pt>
          <cx:pt idx="5683">37.5</cx:pt>
          <cx:pt idx="5684">20.5</cx:pt>
          <cx:pt idx="5685">63.5</cx:pt>
          <cx:pt idx="5686">60.5</cx:pt>
          <cx:pt idx="5687">29.5</cx:pt>
          <cx:pt idx="5688">26.5</cx:pt>
          <cx:pt idx="5689">50</cx:pt>
          <cx:pt idx="5690">52</cx:pt>
          <cx:pt idx="5691">46.5</cx:pt>
          <cx:pt idx="5692">44.5</cx:pt>
          <cx:pt idx="5693">21</cx:pt>
          <cx:pt idx="5694">24</cx:pt>
          <cx:pt idx="5695">36.5</cx:pt>
          <cx:pt idx="5696">30</cx:pt>
          <cx:pt idx="5697">31.5</cx:pt>
          <cx:pt idx="5698">32</cx:pt>
          <cx:pt idx="5699">27.5</cx:pt>
          <cx:pt idx="5700">28</cx:pt>
          <cx:pt idx="5701">24.5</cx:pt>
          <cx:pt idx="5702">28</cx:pt>
          <cx:pt idx="5703">27.5</cx:pt>
          <cx:pt idx="5704">27.5</cx:pt>
          <cx:pt idx="5705">38.5</cx:pt>
          <cx:pt idx="5706">32</cx:pt>
          <cx:pt idx="5707">62.5</cx:pt>
          <cx:pt idx="5708">62.5</cx:pt>
          <cx:pt idx="5709">36</cx:pt>
          <cx:pt idx="5710">31</cx:pt>
          <cx:pt idx="5711">44</cx:pt>
          <cx:pt idx="5712">48.5</cx:pt>
          <cx:pt idx="5713">51.5</cx:pt>
          <cx:pt idx="5714">40</cx:pt>
          <cx:pt idx="5715">34</cx:pt>
          <cx:pt idx="5716">25.5</cx:pt>
          <cx:pt idx="5717">35.5</cx:pt>
          <cx:pt idx="5718">36</cx:pt>
          <cx:pt idx="5719">34.5</cx:pt>
          <cx:pt idx="5720">37.5</cx:pt>
          <cx:pt idx="5721">34</cx:pt>
          <cx:pt idx="5722">31</cx:pt>
          <cx:pt idx="5723">28.5</cx:pt>
          <cx:pt idx="5724">34</cx:pt>
          <cx:pt idx="5725">30</cx:pt>
          <cx:pt idx="5726">46.5</cx:pt>
          <cx:pt idx="5727">43.5</cx:pt>
          <cx:pt idx="5728">19</cx:pt>
          <cx:pt idx="5729">22</cx:pt>
          <cx:pt idx="5730">28.5</cx:pt>
          <cx:pt idx="5731">35</cx:pt>
          <cx:pt idx="5732">24.5</cx:pt>
          <cx:pt idx="5733">31.5</cx:pt>
          <cx:pt idx="5734">65</cx:pt>
          <cx:pt idx="5735">41</cx:pt>
          <cx:pt idx="5736">43.5</cx:pt>
          <cx:pt idx="5737">41</cx:pt>
          <cx:pt idx="5738">18.5</cx:pt>
          <cx:pt idx="5739">42.5</cx:pt>
          <cx:pt idx="5740">26</cx:pt>
          <cx:pt idx="5741">65</cx:pt>
          <cx:pt idx="5742">31</cx:pt>
          <cx:pt idx="5743">48</cx:pt>
          <cx:pt idx="5744">25</cx:pt>
          <cx:pt idx="5745">28.5</cx:pt>
          <cx:pt idx="5746">30.5</cx:pt>
          <cx:pt idx="5747">42.5</cx:pt>
          <cx:pt idx="5748">45</cx:pt>
          <cx:pt idx="5749">32</cx:pt>
          <cx:pt idx="5750">35.5</cx:pt>
          <cx:pt idx="5751">63.5</cx:pt>
          <cx:pt idx="5752">63.5</cx:pt>
          <cx:pt idx="5753">27.5</cx:pt>
          <cx:pt idx="5754">59</cx:pt>
          <cx:pt idx="5755">33.5</cx:pt>
          <cx:pt idx="5756">35.5</cx:pt>
          <cx:pt idx="5757">35</cx:pt>
          <cx:pt idx="5758">40</cx:pt>
          <cx:pt idx="5759">39</cx:pt>
          <cx:pt idx="5760">31</cx:pt>
          <cx:pt idx="5761">32</cx:pt>
          <cx:pt idx="5762">62.5</cx:pt>
          <cx:pt idx="5763">35</cx:pt>
          <cx:pt idx="5764">37.5</cx:pt>
          <cx:pt idx="5765">23.5</cx:pt>
          <cx:pt idx="5766">62</cx:pt>
          <cx:pt idx="5767">23.5</cx:pt>
          <cx:pt idx="5768">32.5</cx:pt>
          <cx:pt idx="5769">50.5</cx:pt>
          <cx:pt idx="5770">34.5</cx:pt>
          <cx:pt idx="5771">49</cx:pt>
          <cx:pt idx="5772">31.5</cx:pt>
          <cx:pt idx="5773">29</cx:pt>
          <cx:pt idx="5774">35.5</cx:pt>
          <cx:pt idx="5775">21.5</cx:pt>
          <cx:pt idx="5776">47.5</cx:pt>
          <cx:pt idx="5777">47</cx:pt>
          <cx:pt idx="5778">19.5</cx:pt>
          <cx:pt idx="5779">34</cx:pt>
          <cx:pt idx="5780">35.5</cx:pt>
          <cx:pt idx="5781">35.5</cx:pt>
          <cx:pt idx="5782">30</cx:pt>
          <cx:pt idx="5783">39</cx:pt>
          <cx:pt idx="5784">38</cx:pt>
          <cx:pt idx="5785">24</cx:pt>
          <cx:pt idx="5786">33</cx:pt>
          <cx:pt idx="5787">19.5</cx:pt>
          <cx:pt idx="5788">36</cx:pt>
          <cx:pt idx="5789">41</cx:pt>
          <cx:pt idx="5790">25.5</cx:pt>
          <cx:pt idx="5791">52.5</cx:pt>
          <cx:pt idx="5792">56</cx:pt>
          <cx:pt idx="5793">35.5</cx:pt>
          <cx:pt idx="5794">62</cx:pt>
          <cx:pt idx="5795">28</cx:pt>
          <cx:pt idx="5796">26</cx:pt>
          <cx:pt idx="5797">28</cx:pt>
          <cx:pt idx="5798">50</cx:pt>
          <cx:pt idx="5799">28</cx:pt>
          <cx:pt idx="5800">36.5</cx:pt>
          <cx:pt idx="5801">48</cx:pt>
          <cx:pt idx="5802">32</cx:pt>
          <cx:pt idx="5803">27.5</cx:pt>
          <cx:pt idx="5804">50.5</cx:pt>
          <cx:pt idx="5805">18.5</cx:pt>
          <cx:pt idx="5806">61.5</cx:pt>
          <cx:pt idx="5807">35.5</cx:pt>
          <cx:pt idx="5808">34</cx:pt>
          <cx:pt idx="5809">37</cx:pt>
          <cx:pt idx="5810">29</cx:pt>
          <cx:pt idx="5811">57.5</cx:pt>
          <cx:pt idx="5812">49.5</cx:pt>
          <cx:pt idx="5813">49.5</cx:pt>
          <cx:pt idx="5814">20</cx:pt>
          <cx:pt idx="5815">48.5</cx:pt>
          <cx:pt idx="5816">34.5</cx:pt>
          <cx:pt idx="5817">38.5</cx:pt>
          <cx:pt idx="5818">59.5</cx:pt>
          <cx:pt idx="5819">57</cx:pt>
          <cx:pt idx="5820">30</cx:pt>
          <cx:pt idx="5821">22</cx:pt>
          <cx:pt idx="5822">52.5</cx:pt>
          <cx:pt idx="5823">54.5</cx:pt>
          <cx:pt idx="5824">31.5</cx:pt>
          <cx:pt idx="5825">53</cx:pt>
          <cx:pt idx="5826">56</cx:pt>
          <cx:pt idx="5827">54.5</cx:pt>
          <cx:pt idx="5828">43.5</cx:pt>
          <cx:pt idx="5829">19</cx:pt>
          <cx:pt idx="5830">33.5</cx:pt>
          <cx:pt idx="5831">26.5</cx:pt>
          <cx:pt idx="5832">31.5</cx:pt>
          <cx:pt idx="5833">41.5</cx:pt>
          <cx:pt idx="5834">22</cx:pt>
          <cx:pt idx="5835">65</cx:pt>
          <cx:pt idx="5836">32.5</cx:pt>
          <cx:pt idx="5837">27.5</cx:pt>
          <cx:pt idx="5838">35.5</cx:pt>
          <cx:pt idx="5839">33.5</cx:pt>
          <cx:pt idx="5840">49</cx:pt>
          <cx:pt idx="5841">41.5</cx:pt>
          <cx:pt idx="5842">40.5</cx:pt>
          <cx:pt idx="5843">52</cx:pt>
          <cx:pt idx="5844">51</cx:pt>
          <cx:pt idx="5845">27.5</cx:pt>
          <cx:pt idx="5846">26</cx:pt>
          <cx:pt idx="5847">19.5</cx:pt>
          <cx:pt idx="5848">51.5</cx:pt>
          <cx:pt idx="5849">50.5</cx:pt>
          <cx:pt idx="5850">56</cx:pt>
          <cx:pt idx="5851">57</cx:pt>
          <cx:pt idx="5852">58.5</cx:pt>
          <cx:pt idx="5853">55</cx:pt>
          <cx:pt idx="5854">59.5</cx:pt>
          <cx:pt idx="5855">28.5</cx:pt>
          <cx:pt idx="5856">26.5</cx:pt>
          <cx:pt idx="5857">63.5</cx:pt>
          <cx:pt idx="5858">60</cx:pt>
          <cx:pt idx="5859">46.5</cx:pt>
          <cx:pt idx="5860">58</cx:pt>
          <cx:pt idx="5861">36.5</cx:pt>
          <cx:pt idx="5862">59</cx:pt>
          <cx:pt idx="5863">53.5</cx:pt>
          <cx:pt idx="5864">56</cx:pt>
          <cx:pt idx="5865">59</cx:pt>
          <cx:pt idx="5866">57.5</cx:pt>
          <cx:pt idx="5867">32</cx:pt>
          <cx:pt idx="5868">55.5</cx:pt>
          <cx:pt idx="5869">59</cx:pt>
          <cx:pt idx="5870">44.5</cx:pt>
          <cx:pt idx="5871">55</cx:pt>
          <cx:pt idx="5872">57.5</cx:pt>
          <cx:pt idx="5873">55.5</cx:pt>
          <cx:pt idx="5874">58</cx:pt>
          <cx:pt idx="5875">57.5</cx:pt>
          <cx:pt idx="5876">40</cx:pt>
          <cx:pt idx="5877">43</cx:pt>
          <cx:pt idx="5878">42</cx:pt>
          <cx:pt idx="5879">39.5</cx:pt>
          <cx:pt idx="5880">22.5</cx:pt>
          <cx:pt idx="5881">59.5</cx:pt>
          <cx:pt idx="5882">34</cx:pt>
          <cx:pt idx="5883">31.5</cx:pt>
          <cx:pt idx="5884">29.5</cx:pt>
          <cx:pt idx="5885">29.5</cx:pt>
          <cx:pt idx="5886">32.5</cx:pt>
          <cx:pt idx="5887">34.5</cx:pt>
          <cx:pt idx="5888">26</cx:pt>
          <cx:pt idx="5889">21</cx:pt>
          <cx:pt idx="5890">42</cx:pt>
          <cx:pt idx="5891">22.5</cx:pt>
          <cx:pt idx="5892">61</cx:pt>
          <cx:pt idx="5893">43</cx:pt>
          <cx:pt idx="5894">43</cx:pt>
          <cx:pt idx="5895">35</cx:pt>
          <cx:pt idx="5896">28.5</cx:pt>
          <cx:pt idx="5897">32</cx:pt>
          <cx:pt idx="5898">51</cx:pt>
          <cx:pt idx="5899">56</cx:pt>
          <cx:pt idx="5900">28</cx:pt>
          <cx:pt idx="5901">55</cx:pt>
          <cx:pt idx="5902">44.5</cx:pt>
          <cx:pt idx="5903">45</cx:pt>
          <cx:pt idx="5904">23</cx:pt>
          <cx:pt idx="5905">21</cx:pt>
          <cx:pt idx="5906">53.5</cx:pt>
          <cx:pt idx="5907">33</cx:pt>
          <cx:pt idx="5908">28</cx:pt>
          <cx:pt idx="5909">29.5</cx:pt>
          <cx:pt idx="5910">34</cx:pt>
          <cx:pt idx="5911">61.5</cx:pt>
          <cx:pt idx="5912">28.5</cx:pt>
          <cx:pt idx="5913">38.5</cx:pt>
          <cx:pt idx="5914">31</cx:pt>
          <cx:pt idx="5915">45</cx:pt>
          <cx:pt idx="5916">45.5</cx:pt>
          <cx:pt idx="5917">46</cx:pt>
          <cx:pt idx="5918">20</cx:pt>
          <cx:pt idx="5919">39</cx:pt>
          <cx:pt idx="5920">60.5</cx:pt>
          <cx:pt idx="5921">60</cx:pt>
          <cx:pt idx="5922">21</cx:pt>
          <cx:pt idx="5923">38</cx:pt>
          <cx:pt idx="5924">38.5</cx:pt>
          <cx:pt idx="5925">18</cx:pt>
          <cx:pt idx="5926">37</cx:pt>
          <cx:pt idx="5927">47</cx:pt>
          <cx:pt idx="5928">39</cx:pt>
          <cx:pt idx="5929">62</cx:pt>
          <cx:pt idx="5930">32.5</cx:pt>
          <cx:pt idx="5931">47.5</cx:pt>
          <cx:pt idx="5932">41</cx:pt>
          <cx:pt idx="5933">20</cx:pt>
          <cx:pt idx="5934">31</cx:pt>
          <cx:pt idx="5935">32</cx:pt>
          <cx:pt idx="5936">55</cx:pt>
          <cx:pt idx="5937">59</cx:pt>
          <cx:pt idx="5938">27</cx:pt>
          <cx:pt idx="5939">28</cx:pt>
          <cx:pt idx="5940">39.5</cx:pt>
          <cx:pt idx="5941">37.5</cx:pt>
          <cx:pt idx="5942">43</cx:pt>
          <cx:pt idx="5943">53</cx:pt>
          <cx:pt idx="5944">25.5</cx:pt>
          <cx:pt idx="5945">29</cx:pt>
          <cx:pt idx="5946">60</cx:pt>
          <cx:pt idx="5947">58</cx:pt>
          <cx:pt idx="5948">31.5</cx:pt>
          <cx:pt idx="5949">32</cx:pt>
          <cx:pt idx="5950">51</cx:pt>
          <cx:pt idx="5951">55</cx:pt>
          <cx:pt idx="5952">29.5</cx:pt>
          <cx:pt idx="5953">65</cx:pt>
          <cx:pt idx="5954">28</cx:pt>
          <cx:pt idx="5955">36</cx:pt>
          <cx:pt idx="5956">30</cx:pt>
          <cx:pt idx="5957">43</cx:pt>
          <cx:pt idx="5958">27</cx:pt>
          <cx:pt idx="5959">24.5</cx:pt>
          <cx:pt idx="5960">34</cx:pt>
          <cx:pt idx="5961">47</cx:pt>
          <cx:pt idx="5962">51.5</cx:pt>
          <cx:pt idx="5963">48</cx:pt>
          <cx:pt idx="5964">52.5</cx:pt>
          <cx:pt idx="5965">55.5</cx:pt>
          <cx:pt idx="5966">52.5</cx:pt>
          <cx:pt idx="5967">39.5</cx:pt>
          <cx:pt idx="5968">35.5</cx:pt>
          <cx:pt idx="5969">36.5</cx:pt>
          <cx:pt idx="5970">43</cx:pt>
          <cx:pt idx="5971">36</cx:pt>
          <cx:pt idx="5972">32.5</cx:pt>
          <cx:pt idx="5973">56</cx:pt>
          <cx:pt idx="5974">55</cx:pt>
          <cx:pt idx="5975">31</cx:pt>
          <cx:pt idx="5976">26</cx:pt>
          <cx:pt idx="5977">50.5</cx:pt>
          <cx:pt idx="5978">45.5</cx:pt>
          <cx:pt idx="5979">34.5</cx:pt>
          <cx:pt idx="5980">31.5</cx:pt>
          <cx:pt idx="5981">54</cx:pt>
          <cx:pt idx="5982">52</cx:pt>
          <cx:pt idx="5983">26</cx:pt>
          <cx:pt idx="5984">50.5</cx:pt>
          <cx:pt idx="5985">52</cx:pt>
          <cx:pt idx="5986">26.5</cx:pt>
          <cx:pt idx="5987">37</cx:pt>
          <cx:pt idx="5988">32</cx:pt>
          <cx:pt idx="5989">64</cx:pt>
          <cx:pt idx="5990">63</cx:pt>
          <cx:pt idx="5991">35.5</cx:pt>
          <cx:pt idx="5992">60.5</cx:pt>
          <cx:pt idx="5993">38.5</cx:pt>
          <cx:pt idx="5994">31.5</cx:pt>
          <cx:pt idx="5995">29</cx:pt>
          <cx:pt idx="5996">62</cx:pt>
          <cx:pt idx="5997">29</cx:pt>
          <cx:pt idx="5998">28.5</cx:pt>
          <cx:pt idx="5999">39</cx:pt>
          <cx:pt idx="6000">41</cx:pt>
          <cx:pt idx="6001">21.5</cx:pt>
          <cx:pt idx="6002">43</cx:pt>
          <cx:pt idx="6003">46</cx:pt>
          <cx:pt idx="6004">26</cx:pt>
          <cx:pt idx="6005">47.5</cx:pt>
          <cx:pt idx="6006">44</cx:pt>
          <cx:pt idx="6007">30.5</cx:pt>
          <cx:pt idx="6008">28</cx:pt>
          <cx:pt idx="6009">29</cx:pt>
          <cx:pt idx="6010">60</cx:pt>
          <cx:pt idx="6011">63</cx:pt>
          <cx:pt idx="6012">38.5</cx:pt>
          <cx:pt idx="6013">40.5</cx:pt>
          <cx:pt idx="6014">20.5</cx:pt>
          <cx:pt idx="6015">64</cx:pt>
          <cx:pt idx="6016">61</cx:pt>
          <cx:pt idx="6017">63</cx:pt>
          <cx:pt idx="6018">49</cx:pt>
          <cx:pt idx="6019">29</cx:pt>
          <cx:pt idx="6020">51.5</cx:pt>
          <cx:pt idx="6021">53.5</cx:pt>
          <cx:pt idx="6022">29.5</cx:pt>
          <cx:pt idx="6023">25.5</cx:pt>
          <cx:pt idx="6024">65</cx:pt>
          <cx:pt idx="6025">65</cx:pt>
          <cx:pt idx="6026">51.5</cx:pt>
          <cx:pt idx="6027">23</cx:pt>
          <cx:pt idx="6028">27</cx:pt>
          <cx:pt idx="6029">32.5</cx:pt>
          <cx:pt idx="6030">30.5</cx:pt>
          <cx:pt idx="6031">39.5</cx:pt>
          <cx:pt idx="6032">38.5</cx:pt>
          <cx:pt idx="6033">38.5</cx:pt>
          <cx:pt idx="6034">53</cx:pt>
          <cx:pt idx="6035">57.5</cx:pt>
          <cx:pt idx="6036">54.5</cx:pt>
          <cx:pt idx="6037">32.5</cx:pt>
          <cx:pt idx="6038">44</cx:pt>
          <cx:pt idx="6039">43</cx:pt>
          <cx:pt idx="6040">22</cx:pt>
          <cx:pt idx="6041">30</cx:pt>
          <cx:pt idx="6042">36</cx:pt>
          <cx:pt idx="6043">56</cx:pt>
          <cx:pt idx="6044">26</cx:pt>
          <cx:pt idx="6045">30</cx:pt>
          <cx:pt idx="6046">62.5</cx:pt>
          <cx:pt idx="6047">40.5</cx:pt>
          <cx:pt idx="6048">26</cx:pt>
          <cx:pt idx="6049">29</cx:pt>
          <cx:pt idx="6050">43.5</cx:pt>
          <cx:pt idx="6051">22</cx:pt>
          <cx:pt idx="6052">30.5</cx:pt>
          <cx:pt idx="6053">31.5</cx:pt>
          <cx:pt idx="6054">60.5</cx:pt>
          <cx:pt idx="6055">38</cx:pt>
          <cx:pt idx="6056">34.5</cx:pt>
          <cx:pt idx="6057">39</cx:pt>
          <cx:pt idx="6058">31.5</cx:pt>
          <cx:pt idx="6059">37.5</cx:pt>
          <cx:pt idx="6060">33.5</cx:pt>
          <cx:pt idx="6061">30</cx:pt>
          <cx:pt idx="6062">56.5</cx:pt>
          <cx:pt idx="6063">38</cx:pt>
          <cx:pt idx="6064">47.5</cx:pt>
          <cx:pt idx="6065">41</cx:pt>
          <cx:pt idx="6066">21</cx:pt>
          <cx:pt idx="6067">32</cx:pt>
          <cx:pt idx="6068">27.5</cx:pt>
          <cx:pt idx="6069">58</cx:pt>
          <cx:pt idx="6070">62</cx:pt>
          <cx:pt idx="6071">24</cx:pt>
          <cx:pt idx="6072">41</cx:pt>
          <cx:pt idx="6073">28</cx:pt>
          <cx:pt idx="6074">26</cx:pt>
          <cx:pt idx="6075">53.5</cx:pt>
          <cx:pt idx="6076">22.5</cx:pt>
          <cx:pt idx="6077">38</cx:pt>
          <cx:pt idx="6078">26</cx:pt>
          <cx:pt idx="6079">27.5</cx:pt>
          <cx:pt idx="6080">65</cx:pt>
          <cx:pt idx="6081">63.5</cx:pt>
          <cx:pt idx="6082">32</cx:pt>
          <cx:pt idx="6083">56.5</cx:pt>
          <cx:pt idx="6084">53</cx:pt>
          <cx:pt idx="6085">32.5</cx:pt>
          <cx:pt idx="6086">34.5</cx:pt>
          <cx:pt idx="6087">54.5</cx:pt>
          <cx:pt idx="6088">41.5</cx:pt>
          <cx:pt idx="6089">36.5</cx:pt>
          <cx:pt idx="6090">18</cx:pt>
          <cx:pt idx="6091">27.5</cx:pt>
          <cx:pt idx="6092">31</cx:pt>
          <cx:pt idx="6093">47.5</cx:pt>
          <cx:pt idx="6094">44.5</cx:pt>
          <cx:pt idx="6095">40.5</cx:pt>
          <cx:pt idx="6096">36</cx:pt>
          <cx:pt idx="6097">34.5</cx:pt>
          <cx:pt idx="6098">59</cx:pt>
          <cx:pt idx="6099">56.5</cx:pt>
          <cx:pt idx="6100">27.5</cx:pt>
          <cx:pt idx="6101">29.5</cx:pt>
          <cx:pt idx="6102">59</cx:pt>
          <cx:pt idx="6103">63</cx:pt>
          <cx:pt idx="6104">62</cx:pt>
          <cx:pt idx="6105">47</cx:pt>
          <cx:pt idx="6106">33</cx:pt>
          <cx:pt idx="6107">25.5</cx:pt>
          <cx:pt idx="6108">29.5</cx:pt>
          <cx:pt idx="6109">23</cx:pt>
          <cx:pt idx="6110">61</cx:pt>
          <cx:pt idx="6111">43</cx:pt>
          <cx:pt idx="6112">42.5</cx:pt>
          <cx:pt idx="6113">39</cx:pt>
          <cx:pt idx="6114">34.5</cx:pt>
          <cx:pt idx="6115">40.5</cx:pt>
          <cx:pt idx="6116">45.5</cx:pt>
          <cx:pt idx="6117">42</cx:pt>
          <cx:pt idx="6118">42.5</cx:pt>
          <cx:pt idx="6119">34.5</cx:pt>
          <cx:pt idx="6120">37.5</cx:pt>
          <cx:pt idx="6121">30.5</cx:pt>
          <cx:pt idx="6122">31</cx:pt>
          <cx:pt idx="6123">38.5</cx:pt>
          <cx:pt idx="6124">35</cx:pt>
          <cx:pt idx="6125">39</cx:pt>
          <cx:pt idx="6126">39</cx:pt>
          <cx:pt idx="6127">58.5</cx:pt>
          <cx:pt idx="6128">42</cx:pt>
          <cx:pt idx="6129">41</cx:pt>
          <cx:pt idx="6130">19.5</cx:pt>
          <cx:pt idx="6131">34</cx:pt>
          <cx:pt idx="6132">30</cx:pt>
          <cx:pt idx="6133">29</cx:pt>
          <cx:pt idx="6134">39</cx:pt>
          <cx:pt idx="6135">33.5</cx:pt>
          <cx:pt idx="6136">44.5</cx:pt>
          <cx:pt idx="6137">44.5</cx:pt>
          <cx:pt idx="6138">18.5</cx:pt>
          <cx:pt idx="6139">44.5</cx:pt>
          <cx:pt idx="6140">38</cx:pt>
          <cx:pt idx="6141">35</cx:pt>
          <cx:pt idx="6142">49.5</cx:pt>
          <cx:pt idx="6143">35.5</cx:pt>
          <cx:pt idx="6144">49</cx:pt>
          <cx:pt idx="6145">52</cx:pt>
          <cx:pt idx="6146">24</cx:pt>
          <cx:pt idx="6147">42.5</cx:pt>
          <cx:pt idx="6148">41.5</cx:pt>
          <cx:pt idx="6149">19</cx:pt>
          <cx:pt idx="6150">18</cx:pt>
          <cx:pt idx="6151">43</cx:pt>
          <cx:pt idx="6152">40.5</cx:pt>
          <cx:pt idx="6153">19</cx:pt>
          <cx:pt idx="6154">41.5</cx:pt>
          <cx:pt idx="6155">40</cx:pt>
          <cx:pt idx="6156">21</cx:pt>
          <cx:pt idx="6157">19.5</cx:pt>
          <cx:pt idx="6158">27.5</cx:pt>
          <cx:pt idx="6159">26.5</cx:pt>
          <cx:pt idx="6160">56.5</cx:pt>
          <cx:pt idx="6161">64.5</cx:pt>
          <cx:pt idx="6162">39</cx:pt>
          <cx:pt idx="6163">51.5</cx:pt>
          <cx:pt idx="6164">22.5</cx:pt>
          <cx:pt idx="6165">27</cx:pt>
          <cx:pt idx="6166">40</cx:pt>
          <cx:pt idx="6167">41</cx:pt>
          <cx:pt idx="6168">41.5</cx:pt>
          <cx:pt idx="6169">40</cx:pt>
          <cx:pt idx="6170">19</cx:pt>
          <cx:pt idx="6171">56.5</cx:pt>
          <cx:pt idx="6172">29</cx:pt>
          <cx:pt idx="6173">49</cx:pt>
          <cx:pt idx="6174">43</cx:pt>
          <cx:pt idx="6175">58.5</cx:pt>
          <cx:pt idx="6176">57.5</cx:pt>
          <cx:pt idx="6177">51.5</cx:pt>
          <cx:pt idx="6178">24</cx:pt>
          <cx:pt idx="6179">47.5</cx:pt>
          <cx:pt idx="6180">29.5</cx:pt>
          <cx:pt idx="6181">34</cx:pt>
          <cx:pt idx="6182">64.5</cx:pt>
          <cx:pt idx="6183">64.5</cx:pt>
          <cx:pt idx="6184">46.5</cx:pt>
          <cx:pt idx="6185">41</cx:pt>
          <cx:pt idx="6186">43</cx:pt>
          <cx:pt idx="6187">46.5</cx:pt>
          <cx:pt idx="6188">24.5</cx:pt>
          <cx:pt idx="6189">36.5</cx:pt>
          <cx:pt idx="6190">41.5</cx:pt>
          <cx:pt idx="6191">45</cx:pt>
          <cx:pt idx="6192">39.5</cx:pt>
          <cx:pt idx="6193">19.5</cx:pt>
          <cx:pt idx="6194">45</cx:pt>
          <cx:pt idx="6195">38.5</cx:pt>
          <cx:pt idx="6196">52.5</cx:pt>
          <cx:pt idx="6197">45.5</cx:pt>
          <cx:pt idx="6198">40</cx:pt>
          <cx:pt idx="6199">35</cx:pt>
          <cx:pt idx="6200">51.5</cx:pt>
          <cx:pt idx="6201">49.5</cx:pt>
          <cx:pt idx="6202">26</cx:pt>
          <cx:pt idx="6203">61.5</cx:pt>
          <cx:pt idx="6204">65</cx:pt>
          <cx:pt idx="6205">35.5</cx:pt>
          <cx:pt idx="6206">47.5</cx:pt>
          <cx:pt idx="6207">24</cx:pt>
          <cx:pt idx="6208">55</cx:pt>
          <cx:pt idx="6209">54.5</cx:pt>
          <cx:pt idx="6210">53</cx:pt>
          <cx:pt idx="6211">54.5</cx:pt>
          <cx:pt idx="6212">41.5</cx:pt>
          <cx:pt idx="6213">38</cx:pt>
          <cx:pt idx="6214">61.5</cx:pt>
          <cx:pt idx="6215">45</cx:pt>
          <cx:pt idx="6216">47.5</cx:pt>
          <cx:pt idx="6217">31.5</cx:pt>
          <cx:pt idx="6218">64</cx:pt>
          <cx:pt idx="6219">37</cx:pt>
          <cx:pt idx="6220">45</cx:pt>
          <cx:pt idx="6221">54</cx:pt>
          <cx:pt idx="6222">21.5</cx:pt>
          <cx:pt idx="6223">52.5</cx:pt>
          <cx:pt idx="6224">54.5</cx:pt>
          <cx:pt idx="6225">32.5</cx:pt>
          <cx:pt idx="6226">58.5</cx:pt>
          <cx:pt idx="6227">47</cx:pt>
          <cx:pt idx="6228">25.5</cx:pt>
          <cx:pt idx="6229">19.5</cx:pt>
          <cx:pt idx="6230">55.5</cx:pt>
          <cx:pt idx="6231">55.5</cx:pt>
          <cx:pt idx="6232">27.5</cx:pt>
          <cx:pt idx="6233">42</cx:pt>
          <cx:pt idx="6234">18.5</cx:pt>
          <cx:pt idx="6235">22.5</cx:pt>
          <cx:pt idx="6236">59</cx:pt>
          <cx:pt idx="6237">22</cx:pt>
          <cx:pt idx="6238">37.5</cx:pt>
          <cx:pt idx="6239">39</cx:pt>
          <cx:pt idx="6240">51</cx:pt>
          <cx:pt idx="6241">49</cx:pt>
          <cx:pt idx="6242">26</cx:pt>
          <cx:pt idx="6243">21.5</cx:pt>
          <cx:pt idx="6244">48.5</cx:pt>
          <cx:pt idx="6245">50.5</cx:pt>
          <cx:pt idx="6246">55.5</cx:pt>
          <cx:pt idx="6247">20.5</cx:pt>
          <cx:pt idx="6248">43</cx:pt>
          <cx:pt idx="6249">49.5</cx:pt>
          <cx:pt idx="6250">25.5</cx:pt>
          <cx:pt idx="6251">60</cx:pt>
          <cx:pt idx="6252">30.5</cx:pt>
          <cx:pt idx="6253">37</cx:pt>
          <cx:pt idx="6254">48</cx:pt>
          <cx:pt idx="6255">58.5</cx:pt>
          <cx:pt idx="6256">48</cx:pt>
          <cx:pt idx="6257">50.5</cx:pt>
          <cx:pt idx="6258">36</cx:pt>
          <cx:pt idx="6259">41</cx:pt>
          <cx:pt idx="6260">41.5</cx:pt>
          <cx:pt idx="6261">40</cx:pt>
          <cx:pt idx="6262">19.5</cx:pt>
          <cx:pt idx="6263">62.5</cx:pt>
          <cx:pt idx="6264">64.5</cx:pt>
          <cx:pt idx="6265">34</cx:pt>
          <cx:pt idx="6266">38</cx:pt>
          <cx:pt idx="6267">37</cx:pt>
          <cx:pt idx="6268">48</cx:pt>
          <cx:pt idx="6269">19</cx:pt>
          <cx:pt idx="6270">18</cx:pt>
          <cx:pt idx="6271">57</cx:pt>
          <cx:pt idx="6272">55.5</cx:pt>
          <cx:pt idx="6273">62.5</cx:pt>
          <cx:pt idx="6274">38.5</cx:pt>
          <cx:pt idx="6275">56</cx:pt>
          <cx:pt idx="6276">45</cx:pt>
          <cx:pt idx="6277">51</cx:pt>
          <cx:pt idx="6278">55.5</cx:pt>
          <cx:pt idx="6279">55.5</cx:pt>
          <cx:pt idx="6280">65</cx:pt>
          <cx:pt idx="6281">33</cx:pt>
          <cx:pt idx="6282">64</cx:pt>
          <cx:pt idx="6283">26</cx:pt>
          <cx:pt idx="6284">45</cx:pt>
          <cx:pt idx="6285">45.5</cx:pt>
          <cx:pt idx="6286">36.5</cx:pt>
          <cx:pt idx="6287">33.5</cx:pt>
          <cx:pt idx="6288">51.5</cx:pt>
          <cx:pt idx="6289">47</cx:pt>
          <cx:pt idx="6290">50</cx:pt>
          <cx:pt idx="6291">24</cx:pt>
          <cx:pt idx="6292">37</cx:pt>
          <cx:pt idx="6293">44.5</cx:pt>
          <cx:pt idx="6294">58.5</cx:pt>
          <cx:pt idx="6295">51</cx:pt>
          <cx:pt idx="6296">29</cx:pt>
          <cx:pt idx="6297">46</cx:pt>
          <cx:pt idx="6298">47</cx:pt>
          <cx:pt idx="6299">32.5</cx:pt>
          <cx:pt idx="6300">52</cx:pt>
          <cx:pt idx="6301">48</cx:pt>
          <cx:pt idx="6302">46.5</cx:pt>
          <cx:pt idx="6303">23.5</cx:pt>
          <cx:pt idx="6304">36.5</cx:pt>
          <cx:pt idx="6305">42.5</cx:pt>
          <cx:pt idx="6306">49.5</cx:pt>
          <cx:pt idx="6307">49</cx:pt>
          <cx:pt idx="6308">63</cx:pt>
          <cx:pt idx="6309">42</cx:pt>
          <cx:pt idx="6310">29.5</cx:pt>
          <cx:pt idx="6311">37</cx:pt>
          <cx:pt idx="6312">27.5</cx:pt>
          <cx:pt idx="6313">26</cx:pt>
          <cx:pt idx="6314">55</cx:pt>
          <cx:pt idx="6315">58.5</cx:pt>
          <cx:pt idx="6316">54</cx:pt>
          <cx:pt idx="6317">54</cx:pt>
          <cx:pt idx="6318">46.5</cx:pt>
          <cx:pt idx="6319">50</cx:pt>
          <cx:pt idx="6320">47.5</cx:pt>
          <cx:pt idx="6321">54</cx:pt>
          <cx:pt idx="6322">31.5</cx:pt>
          <cx:pt idx="6323">32</cx:pt>
          <cx:pt idx="6324">33</cx:pt>
          <cx:pt idx="6325">51.5</cx:pt>
          <cx:pt idx="6326">36</cx:pt>
          <cx:pt idx="6327">37</cx:pt>
          <cx:pt idx="6328">38.5</cx:pt>
          <cx:pt idx="6329">64</cx:pt>
          <cx:pt idx="6330">42</cx:pt>
          <cx:pt idx="6331">29.5</cx:pt>
          <cx:pt idx="6332">52</cx:pt>
          <cx:pt idx="6333">31</cx:pt>
          <cx:pt idx="6334">34</cx:pt>
          <cx:pt idx="6335">50.5</cx:pt>
          <cx:pt idx="6336">21.5</cx:pt>
          <cx:pt idx="6337">41.5</cx:pt>
          <cx:pt idx="6338">36.5</cx:pt>
          <cx:pt idx="6339">32</cx:pt>
          <cx:pt idx="6340">46</cx:pt>
          <cx:pt idx="6341">58.5</cx:pt>
          <cx:pt idx="6342">40.5</cx:pt>
          <cx:pt idx="6343">51</cx:pt>
          <cx:pt idx="6344">43</cx:pt>
          <cx:pt idx="6345">24</cx:pt>
          <cx:pt idx="6346">22</cx:pt>
          <cx:pt idx="6347">48.5</cx:pt>
          <cx:pt idx="6348">35.5</cx:pt>
          <cx:pt idx="6349">38.5</cx:pt>
          <cx:pt idx="6350">26.5</cx:pt>
          <cx:pt idx="6351">32.5</cx:pt>
          <cx:pt idx="6352">30.5</cx:pt>
          <cx:pt idx="6353">43.5</cx:pt>
          <cx:pt idx="6354">23.5</cx:pt>
          <cx:pt idx="6355">28</cx:pt>
          <cx:pt idx="6356">64.5</cx:pt>
          <cx:pt idx="6357">33</cx:pt>
          <cx:pt idx="6358">51.5</cx:pt>
          <cx:pt idx="6359">33</cx:pt>
          <cx:pt idx="6360">33</cx:pt>
          <cx:pt idx="6361">24.5</cx:pt>
          <cx:pt idx="6362">29</cx:pt>
          <cx:pt idx="6363">24.5</cx:pt>
          <cx:pt idx="6364">26</cx:pt>
          <cx:pt idx="6365">30.5</cx:pt>
          <cx:pt idx="6366">32.5</cx:pt>
          <cx:pt idx="6367">37</cx:pt>
          <cx:pt idx="6368">47</cx:pt>
          <cx:pt idx="6369">51.5</cx:pt>
          <cx:pt idx="6370">27</cx:pt>
          <cx:pt idx="6371">26</cx:pt>
          <cx:pt idx="6372">28</cx:pt>
          <cx:pt idx="6373">63.5</cx:pt>
          <cx:pt idx="6374">54</cx:pt>
          <cx:pt idx="6375">50.5</cx:pt>
          <cx:pt idx="6376">23.5</cx:pt>
          <cx:pt idx="6377">59</cx:pt>
          <cx:pt idx="6378">37</cx:pt>
          <cx:pt idx="6379">24.5</cx:pt>
          <cx:pt idx="6380">56</cx:pt>
          <cx:pt idx="6381">24</cx:pt>
          <cx:pt idx="6382">26.5</cx:pt>
          <cx:pt idx="6383">40.5</cx:pt>
          <cx:pt idx="6384">31</cx:pt>
          <cx:pt idx="6385">27.5</cx:pt>
          <cx:pt idx="6386">36.5</cx:pt>
          <cx:pt idx="6387">51.5</cx:pt>
          <cx:pt idx="6388">40.5</cx:pt>
          <cx:pt idx="6389">42</cx:pt>
          <cx:pt idx="6390">19</cx:pt>
          <cx:pt idx="6391">35</cx:pt>
          <cx:pt idx="6392">37</cx:pt>
          <cx:pt idx="6393">34</cx:pt>
          <cx:pt idx="6394">56</cx:pt>
          <cx:pt idx="6395">22</cx:pt>
          <cx:pt idx="6396">31</cx:pt>
          <cx:pt idx="6397">31</cx:pt>
          <cx:pt idx="6398">64.5</cx:pt>
          <cx:pt idx="6399">34.5</cx:pt>
          <cx:pt idx="6400">39.5</cx:pt>
          <cx:pt idx="6401">41.5</cx:pt>
          <cx:pt idx="6402">19</cx:pt>
          <cx:pt idx="6403">32</cx:pt>
          <cx:pt idx="6404">31</cx:pt>
          <cx:pt idx="6405">56</cx:pt>
          <cx:pt idx="6406">62.5</cx:pt>
          <cx:pt idx="6407">47.5</cx:pt>
          <cx:pt idx="6408">50</cx:pt>
          <cx:pt idx="6409">21.5</cx:pt>
          <cx:pt idx="6410">20</cx:pt>
          <cx:pt idx="6411">61</cx:pt>
          <cx:pt idx="6412">28</cx:pt>
          <cx:pt idx="6413">30.5</cx:pt>
          <cx:pt idx="6414">26.5</cx:pt>
          <cx:pt idx="6415">37</cx:pt>
          <cx:pt idx="6416">47.5</cx:pt>
          <cx:pt idx="6417">64</cx:pt>
          <cx:pt idx="6418">24</cx:pt>
          <cx:pt idx="6419">54</cx:pt>
          <cx:pt idx="6420">61.5</cx:pt>
          <cx:pt idx="6421">35</cx:pt>
          <cx:pt idx="6422">38.5</cx:pt>
          <cx:pt idx="6423">45.5</cx:pt>
          <cx:pt idx="6424">18</cx:pt>
          <cx:pt idx="6425">49.5</cx:pt>
          <cx:pt idx="6426">26</cx:pt>
          <cx:pt idx="6427">29</cx:pt>
          <cx:pt idx="6428">41.5</cx:pt>
          <cx:pt idx="6429">42.5</cx:pt>
          <cx:pt idx="6430">21</cx:pt>
          <cx:pt idx="6431">37</cx:pt>
          <cx:pt idx="6432">48.5</cx:pt>
          <cx:pt idx="6433">52</cx:pt>
          <cx:pt idx="6434">52.5</cx:pt>
          <cx:pt idx="6435">33.5</cx:pt>
          <cx:pt idx="6436">37</cx:pt>
          <cx:pt idx="6437">36</cx:pt>
          <cx:pt idx="6438">45.5</cx:pt>
          <cx:pt idx="6439">50.5</cx:pt>
          <cx:pt idx="6440">57</cx:pt>
          <cx:pt idx="6441">60</cx:pt>
          <cx:pt idx="6442">29.5</cx:pt>
          <cx:pt idx="6443">39</cx:pt>
          <cx:pt idx="6444">29.5</cx:pt>
          <cx:pt idx="6445">29.5</cx:pt>
          <cx:pt idx="6446">54.5</cx:pt>
          <cx:pt idx="6447">39.5</cx:pt>
          <cx:pt idx="6448">41</cx:pt>
          <cx:pt idx="6449">20.5</cx:pt>
          <cx:pt idx="6450">38</cx:pt>
          <cx:pt idx="6451">30</cx:pt>
          <cx:pt idx="6452">31</cx:pt>
          <cx:pt idx="6453">28</cx:pt>
          <cx:pt idx="6454">57</cx:pt>
          <cx:pt idx="6455">55.5</cx:pt>
          <cx:pt idx="6456">27.5</cx:pt>
          <cx:pt idx="6457">30.5</cx:pt>
          <cx:pt idx="6458">25</cx:pt>
          <cx:pt idx="6459">21.5</cx:pt>
          <cx:pt idx="6460">25</cx:pt>
          <cx:pt idx="6461">22.5</cx:pt>
          <cx:pt idx="6462">30</cx:pt>
          <cx:pt idx="6463">27.5</cx:pt>
          <cx:pt idx="6464">43.5</cx:pt>
          <cx:pt idx="6465">34</cx:pt>
          <cx:pt idx="6466">27</cx:pt>
          <cx:pt idx="6467">26</cx:pt>
          <cx:pt idx="6468">24.5</cx:pt>
          <cx:pt idx="6469">60</cx:pt>
          <cx:pt idx="6470">36.5</cx:pt>
          <cx:pt idx="6471">54.5</cx:pt>
          <cx:pt idx="6472">55.5</cx:pt>
          <cx:pt idx="6473">48.5</cx:pt>
          <cx:pt idx="6474">43</cx:pt>
          <cx:pt idx="6475">20.5</cx:pt>
          <cx:pt idx="6476">36.5</cx:pt>
          <cx:pt idx="6477">36.5</cx:pt>
          <cx:pt idx="6478">39.5</cx:pt>
          <cx:pt idx="6479">35</cx:pt>
          <cx:pt idx="6480">62</cx:pt>
          <cx:pt idx="6481">55.5</cx:pt>
          <cx:pt idx="6482">38.5</cx:pt>
          <cx:pt idx="6483">42.5</cx:pt>
          <cx:pt idx="6484">21</cx:pt>
          <cx:pt idx="6485">43</cx:pt>
          <cx:pt idx="6486">41</cx:pt>
          <cx:pt idx="6487">19</cx:pt>
          <cx:pt idx="6488">55</cx:pt>
          <cx:pt idx="6489">34</cx:pt>
          <cx:pt idx="6490">59.5</cx:pt>
          <cx:pt idx="6491">60.5</cx:pt>
          <cx:pt idx="6492">47</cx:pt>
          <cx:pt idx="6493">43</cx:pt>
          <cx:pt idx="6494">40.5</cx:pt>
          <cx:pt idx="6495">40.5</cx:pt>
          <cx:pt idx="6496">19</cx:pt>
          <cx:pt idx="6497">47.5</cx:pt>
          <cx:pt idx="6498">56</cx:pt>
          <cx:pt idx="6499">33</cx:pt>
          <cx:pt idx="6500">36.5</cx:pt>
          <cx:pt idx="6501">44.5</cx:pt>
          <cx:pt idx="6502">51</cx:pt>
          <cx:pt idx="6503">22</cx:pt>
          <cx:pt idx="6504">54.5</cx:pt>
          <cx:pt idx="6505">61</cx:pt>
          <cx:pt idx="6506">26</cx:pt>
          <cx:pt idx="6507">28</cx:pt>
          <cx:pt idx="6508">54.5</cx:pt>
          <cx:pt idx="6509">41.5</cx:pt>
          <cx:pt idx="6510">46.5</cx:pt>
          <cx:pt idx="6511">19</cx:pt>
          <cx:pt idx="6512">29</cx:pt>
          <cx:pt idx="6513">33.5</cx:pt>
          <cx:pt idx="6514">18.5</cx:pt>
          <cx:pt idx="6515">28.5</cx:pt>
          <cx:pt idx="6516">28</cx:pt>
          <cx:pt idx="6517">49</cx:pt>
          <cx:pt idx="6518">50</cx:pt>
          <cx:pt idx="6519">38.5</cx:pt>
          <cx:pt idx="6520">31</cx:pt>
          <cx:pt idx="6521">33</cx:pt>
          <cx:pt idx="6522">33</cx:pt>
          <cx:pt idx="6523">58.5</cx:pt>
          <cx:pt idx="6524">59</cx:pt>
          <cx:pt idx="6525">55</cx:pt>
          <cx:pt idx="6526">35</cx:pt>
          <cx:pt idx="6527">36.5</cx:pt>
          <cx:pt idx="6528">62.5</cx:pt>
          <cx:pt idx="6529">24</cx:pt>
          <cx:pt idx="6530">22.5</cx:pt>
          <cx:pt idx="6531">47</cx:pt>
          <cx:pt idx="6532">36.5</cx:pt>
          <cx:pt idx="6533">51.5</cx:pt>
          <cx:pt idx="6534">51</cx:pt>
          <cx:pt idx="6535">33.5</cx:pt>
          <cx:pt idx="6536">34.5</cx:pt>
          <cx:pt idx="6537">53.5</cx:pt>
          <cx:pt idx="6538">47</cx:pt>
          <cx:pt idx="6539">54</cx:pt>
          <cx:pt idx="6540">58</cx:pt>
          <cx:pt idx="6541">34.5</cx:pt>
          <cx:pt idx="6542">28.5</cx:pt>
          <cx:pt idx="6543">29.5</cx:pt>
          <cx:pt idx="6544">62</cx:pt>
          <cx:pt idx="6545">37</cx:pt>
          <cx:pt idx="6546">58</cx:pt>
          <cx:pt idx="6547">56</cx:pt>
          <cx:pt idx="6548">24.5</cx:pt>
          <cx:pt idx="6549">55</cx:pt>
          <cx:pt idx="6550">23.5</cx:pt>
          <cx:pt idx="6551">56</cx:pt>
          <cx:pt idx="6552">26</cx:pt>
          <cx:pt idx="6553">54</cx:pt>
          <cx:pt idx="6554">33.5</cx:pt>
          <cx:pt idx="6555">25.5</cx:pt>
          <cx:pt idx="6556">26.5</cx:pt>
          <cx:pt idx="6557">36.5</cx:pt>
          <cx:pt idx="6558">35.5</cx:pt>
          <cx:pt idx="6559">26</cx:pt>
          <cx:pt idx="6560">18</cx:pt>
          <cx:pt idx="6561">32</cx:pt>
          <cx:pt idx="6562">41</cx:pt>
          <cx:pt idx="6563">33.5</cx:pt>
          <cx:pt idx="6564">28</cx:pt>
          <cx:pt idx="6565">34.5</cx:pt>
          <cx:pt idx="6566">56.5</cx:pt>
          <cx:pt idx="6567">33</cx:pt>
          <cx:pt idx="6568">26</cx:pt>
          <cx:pt idx="6569">30</cx:pt>
          <cx:pt idx="6570">19.5</cx:pt>
          <cx:pt idx="6571">34.5</cx:pt>
          <cx:pt idx="6572">46</cx:pt>
          <cx:pt idx="6573">47</cx:pt>
          <cx:pt idx="6574">24</cx:pt>
          <cx:pt idx="6575">18.5</cx:pt>
          <cx:pt idx="6576">43</cx:pt>
          <cx:pt idx="6577">46</cx:pt>
          <cx:pt idx="6578">48</cx:pt>
          <cx:pt idx="6579">53</cx:pt>
          <cx:pt idx="6580">24.5</cx:pt>
          <cx:pt idx="6581">47.5</cx:pt>
          <cx:pt idx="6582">50</cx:pt>
          <cx:pt idx="6583">36.5</cx:pt>
          <cx:pt idx="6584">35</cx:pt>
          <cx:pt idx="6585">32.5</cx:pt>
          <cx:pt idx="6586">54</cx:pt>
          <cx:pt idx="6587">62</cx:pt>
          <cx:pt idx="6588">46</cx:pt>
          <cx:pt idx="6589">20</cx:pt>
          <cx:pt idx="6590">61</cx:pt>
          <cx:pt idx="6591">39.5</cx:pt>
          <cx:pt idx="6592">42.5</cx:pt>
          <cx:pt idx="6593">41.5</cx:pt>
          <cx:pt idx="6594">55.5</cx:pt>
          <cx:pt idx="6595">37</cx:pt>
          <cx:pt idx="6596">34.5</cx:pt>
          <cx:pt idx="6597">35</cx:pt>
          <cx:pt idx="6598">33.5</cx:pt>
          <cx:pt idx="6599">30</cx:pt>
          <cx:pt idx="6600">54.5</cx:pt>
          <cx:pt idx="6601">32.5</cx:pt>
          <cx:pt idx="6602">32.5</cx:pt>
          <cx:pt idx="6603">62.5</cx:pt>
          <cx:pt idx="6604">61</cx:pt>
          <cx:pt idx="6605">28.5</cx:pt>
          <cx:pt idx="6606">26.5</cx:pt>
          <cx:pt idx="6607">39.5</cx:pt>
          <cx:pt idx="6608">47</cx:pt>
          <cx:pt idx="6609">40.5</cx:pt>
          <cx:pt idx="6610">45</cx:pt>
          <cx:pt idx="6611">65</cx:pt>
          <cx:pt idx="6612">42.5</cx:pt>
          <cx:pt idx="6613">58.5</cx:pt>
          <cx:pt idx="6614">64.5</cx:pt>
          <cx:pt idx="6615">38.5</cx:pt>
          <cx:pt idx="6616">39.5</cx:pt>
          <cx:pt idx="6617">44</cx:pt>
          <cx:pt idx="6618">44.5</cx:pt>
          <cx:pt idx="6619">20</cx:pt>
          <cx:pt idx="6620">39.5</cx:pt>
          <cx:pt idx="6621">41</cx:pt>
          <cx:pt idx="6622">63</cx:pt>
          <cx:pt idx="6623">18</cx:pt>
          <cx:pt idx="6624">37</cx:pt>
          <cx:pt idx="6625">53.5</cx:pt>
          <cx:pt idx="6626">47</cx:pt>
          <cx:pt idx="6627">20</cx:pt>
          <cx:pt idx="6628">23</cx:pt>
          <cx:pt idx="6629">47</cx:pt>
          <cx:pt idx="6630">18</cx:pt>
          <cx:pt idx="6631">23</cx:pt>
          <cx:pt idx="6632">48.5</cx:pt>
          <cx:pt idx="6633">49</cx:pt>
          <cx:pt idx="6634">24</cx:pt>
          <cx:pt idx="6635">24</cx:pt>
          <cx:pt idx="6636">42.5</cx:pt>
          <cx:pt idx="6637">50.5</cx:pt>
          <cx:pt idx="6638">56</cx:pt>
          <cx:pt idx="6639">57</cx:pt>
          <cx:pt idx="6640">36.5</cx:pt>
          <cx:pt idx="6641">28</cx:pt>
          <cx:pt idx="6642">36</cx:pt>
          <cx:pt idx="6643">27</cx:pt>
          <cx:pt idx="6644">26.5</cx:pt>
          <cx:pt idx="6645">32.5</cx:pt>
          <cx:pt idx="6646">24.5</cx:pt>
          <cx:pt idx="6647">29</cx:pt>
          <cx:pt idx="6648">27</cx:pt>
          <cx:pt idx="6649">27.5</cx:pt>
          <cx:pt idx="6650">42</cx:pt>
          <cx:pt idx="6651">27</cx:pt>
          <cx:pt idx="6652">26.5</cx:pt>
          <cx:pt idx="6653">22</cx:pt>
          <cx:pt idx="6654">31.5</cx:pt>
          <cx:pt idx="6655">46.5</cx:pt>
          <cx:pt idx="6656">23.5</cx:pt>
          <cx:pt idx="6657">44.5</cx:pt>
          <cx:pt idx="6658">41</cx:pt>
          <cx:pt idx="6659">18</cx:pt>
          <cx:pt idx="6660">34.5</cx:pt>
          <cx:pt idx="6661">42</cx:pt>
          <cx:pt idx="6662">46.5</cx:pt>
          <cx:pt idx="6663">37</cx:pt>
          <cx:pt idx="6664">48</cx:pt>
          <cx:pt idx="6665">47</cx:pt>
          <cx:pt idx="6666">39.5</cx:pt>
          <cx:pt idx="6667">19</cx:pt>
          <cx:pt idx="6668">57</cx:pt>
          <cx:pt idx="6669">39.5</cx:pt>
          <cx:pt idx="6670">36</cx:pt>
          <cx:pt idx="6671">52.5</cx:pt>
          <cx:pt idx="6672">56.5</cx:pt>
          <cx:pt idx="6673">33.5</cx:pt>
          <cx:pt idx="6674">33.5</cx:pt>
          <cx:pt idx="6675">51</cx:pt>
          <cx:pt idx="6676">45.5</cx:pt>
          <cx:pt idx="6677">37.5</cx:pt>
          <cx:pt idx="6678">41</cx:pt>
          <cx:pt idx="6679">18.5</cx:pt>
          <cx:pt idx="6680">36.5</cx:pt>
          <cx:pt idx="6681">36.5</cx:pt>
          <cx:pt idx="6682">19</cx:pt>
          <cx:pt idx="6683">40.5</cx:pt>
          <cx:pt idx="6684">44.5</cx:pt>
          <cx:pt idx="6685">46</cx:pt>
          <cx:pt idx="6686">22.5</cx:pt>
          <cx:pt idx="6687">42.5</cx:pt>
          <cx:pt idx="6688">18.5</cx:pt>
          <cx:pt idx="6689">45.5</cx:pt>
          <cx:pt idx="6690">28</cx:pt>
          <cx:pt idx="6691">25.5</cx:pt>
          <cx:pt idx="6692">24</cx:pt>
          <cx:pt idx="6693">24</cx:pt>
          <cx:pt idx="6694">20</cx:pt>
          <cx:pt idx="6695">47</cx:pt>
          <cx:pt idx="6696">51.5</cx:pt>
          <cx:pt idx="6697">38.5</cx:pt>
          <cx:pt idx="6698">35.5</cx:pt>
          <cx:pt idx="6699">51</cx:pt>
          <cx:pt idx="6700">54.5</cx:pt>
          <cx:pt idx="6701">50</cx:pt>
          <cx:pt idx="6702">58.5</cx:pt>
          <cx:pt idx="6703">28</cx:pt>
          <cx:pt idx="6704">19</cx:pt>
          <cx:pt idx="6705">59</cx:pt>
          <cx:pt idx="6706">65</cx:pt>
          <cx:pt idx="6707">33.5</cx:pt>
          <cx:pt idx="6708">35.5</cx:pt>
          <cx:pt idx="6709">59.5</cx:pt>
          <cx:pt idx="6710">59.5</cx:pt>
          <cx:pt idx="6711">43</cx:pt>
          <cx:pt idx="6712">59</cx:pt>
          <cx:pt idx="6713">42</cx:pt>
          <cx:pt idx="6714">35</cx:pt>
          <cx:pt idx="6715">54.5</cx:pt>
          <cx:pt idx="6716">59</cx:pt>
          <cx:pt idx="6717">31</cx:pt>
          <cx:pt idx="6718">30</cx:pt>
          <cx:pt idx="6719">24.5</cx:pt>
          <cx:pt idx="6720">43.5</cx:pt>
          <cx:pt idx="6721">56.5</cx:pt>
          <cx:pt idx="6722">54</cx:pt>
          <cx:pt idx="6723">42.5</cx:pt>
          <cx:pt idx="6724">59</cx:pt>
          <cx:pt idx="6725">50.5</cx:pt>
          <cx:pt idx="6726">57</cx:pt>
          <cx:pt idx="6727">42</cx:pt>
          <cx:pt idx="6728">52.5</cx:pt>
          <cx:pt idx="6729">54.5</cx:pt>
          <cx:pt idx="6730">30.5</cx:pt>
          <cx:pt idx="6731">53.5</cx:pt>
          <cx:pt idx="6732">50</cx:pt>
          <cx:pt idx="6733">25</cx:pt>
          <cx:pt idx="6734">45</cx:pt>
          <cx:pt idx="6735">52</cx:pt>
          <cx:pt idx="6736">25.5</cx:pt>
          <cx:pt idx="6737">22.5</cx:pt>
          <cx:pt idx="6738">32.5</cx:pt>
          <cx:pt idx="6739">51.5</cx:pt>
          <cx:pt idx="6740">52.5</cx:pt>
          <cx:pt idx="6741">29</cx:pt>
          <cx:pt idx="6742">31</cx:pt>
          <cx:pt idx="6743">27.5</cx:pt>
          <cx:pt idx="6744">35.5</cx:pt>
          <cx:pt idx="6745">47</cx:pt>
          <cx:pt idx="6746">28.5</cx:pt>
          <cx:pt idx="6747">45.5</cx:pt>
          <cx:pt idx="6748">42</cx:pt>
          <cx:pt idx="6749">38</cx:pt>
          <cx:pt idx="6750">28.5</cx:pt>
          <cx:pt idx="6751">41</cx:pt>
          <cx:pt idx="6752">21.5</cx:pt>
          <cx:pt idx="6753">62.5</cx:pt>
          <cx:pt idx="6754">59.5</cx:pt>
          <cx:pt idx="6755">61.5</cx:pt>
          <cx:pt idx="6756">29</cx:pt>
          <cx:pt idx="6757">28</cx:pt>
          <cx:pt idx="6758">44.5</cx:pt>
          <cx:pt idx="6759">59.5</cx:pt>
          <cx:pt idx="6760">58</cx:pt>
          <cx:pt idx="6761">37.5</cx:pt>
          <cx:pt idx="6762">45</cx:pt>
          <cx:pt idx="6763">60.5</cx:pt>
          <cx:pt idx="6764">62</cx:pt>
          <cx:pt idx="6765">27</cx:pt>
          <cx:pt idx="6766">55</cx:pt>
          <cx:pt idx="6767">42.5</cx:pt>
          <cx:pt idx="6768">64</cx:pt>
          <cx:pt idx="6769">62.5</cx:pt>
          <cx:pt idx="6770">44.5</cx:pt>
          <cx:pt idx="6771">47</cx:pt>
          <cx:pt idx="6772">22.5</cx:pt>
          <cx:pt idx="6773">43</cx:pt>
          <cx:pt idx="6774">19</cx:pt>
          <cx:pt idx="6775">65</cx:pt>
          <cx:pt idx="6776">61.5</cx:pt>
          <cx:pt idx="6777">54.5</cx:pt>
          <cx:pt idx="6778">53</cx:pt>
          <cx:pt idx="6779">22.5</cx:pt>
          <cx:pt idx="6780">50.5</cx:pt>
          <cx:pt idx="6781">22.5</cx:pt>
          <cx:pt idx="6782">39</cx:pt>
          <cx:pt idx="6783">50</cx:pt>
          <cx:pt idx="6784">57.5</cx:pt>
          <cx:pt idx="6785">51</cx:pt>
          <cx:pt idx="6786">51</cx:pt>
          <cx:pt idx="6787">33</cx:pt>
          <cx:pt idx="6788">47</cx:pt>
          <cx:pt idx="6789">47</cx:pt>
          <cx:pt idx="6790">51</cx:pt>
          <cx:pt idx="6791">52</cx:pt>
          <cx:pt idx="6792">29.5</cx:pt>
          <cx:pt idx="6793">51.5</cx:pt>
          <cx:pt idx="6794">54.5</cx:pt>
          <cx:pt idx="6795">18</cx:pt>
          <cx:pt idx="6796">28.5</cx:pt>
          <cx:pt idx="6797">55</cx:pt>
          <cx:pt idx="6798">57.5</cx:pt>
          <cx:pt idx="6799">39.5</cx:pt>
          <cx:pt idx="6800">40.5</cx:pt>
          <cx:pt idx="6801">37</cx:pt>
          <cx:pt idx="6802">43</cx:pt>
          <cx:pt idx="6803">33</cx:pt>
          <cx:pt idx="6804">41</cx:pt>
          <cx:pt idx="6805">55.5</cx:pt>
          <cx:pt idx="6806">19.5</cx:pt>
          <cx:pt idx="6807">51.5</cx:pt>
          <cx:pt idx="6808">51</cx:pt>
          <cx:pt idx="6809">51</cx:pt>
          <cx:pt idx="6810">47.5</cx:pt>
          <cx:pt idx="6811">22</cx:pt>
          <cx:pt idx="6812">61</cx:pt>
          <cx:pt idx="6813">61.5</cx:pt>
          <cx:pt idx="6814">34.5</cx:pt>
          <cx:pt idx="6815">35</cx:pt>
          <cx:pt idx="6816">37</cx:pt>
          <cx:pt idx="6817">25</cx:pt>
          <cx:pt idx="6818">64.5</cx:pt>
          <cx:pt idx="6819">64.5</cx:pt>
          <cx:pt idx="6820">37</cx:pt>
          <cx:pt idx="6821">26.5</cx:pt>
          <cx:pt idx="6822">34.5</cx:pt>
          <cx:pt idx="6823">32</cx:pt>
          <cx:pt idx="6824">41.5</cx:pt>
          <cx:pt idx="6825">37</cx:pt>
          <cx:pt idx="6826">44.5</cx:pt>
          <cx:pt idx="6827">23</cx:pt>
          <cx:pt idx="6828">41.5</cx:pt>
          <cx:pt idx="6829">23.5</cx:pt>
          <cx:pt idx="6830">20</cx:pt>
          <cx:pt idx="6831">54</cx:pt>
          <cx:pt idx="6832">53.5</cx:pt>
          <cx:pt idx="6833">31</cx:pt>
          <cx:pt idx="6834">53</cx:pt>
          <cx:pt idx="6835">51.5</cx:pt>
          <cx:pt idx="6836">23.5</cx:pt>
          <cx:pt idx="6837">31.5</cx:pt>
          <cx:pt idx="6838">30</cx:pt>
          <cx:pt idx="6839">29.5</cx:pt>
          <cx:pt idx="6840">31</cx:pt>
          <cx:pt idx="6841">33.5</cx:pt>
          <cx:pt idx="6842">45.5</cx:pt>
          <cx:pt idx="6843">18.5</cx:pt>
          <cx:pt idx="6844">59</cx:pt>
          <cx:pt idx="6845">54</cx:pt>
          <cx:pt idx="6846">50</cx:pt>
          <cx:pt idx="6847">51.5</cx:pt>
          <cx:pt idx="6848">38.5</cx:pt>
          <cx:pt idx="6849">50</cx:pt>
          <cx:pt idx="6850">23</cx:pt>
          <cx:pt idx="6851">27.5</cx:pt>
          <cx:pt idx="6852">19.5</cx:pt>
          <cx:pt idx="6853">43.5</cx:pt>
          <cx:pt idx="6854">63</cx:pt>
          <cx:pt idx="6855">39</cx:pt>
          <cx:pt idx="6856">61.5</cx:pt>
          <cx:pt idx="6857">26.5</cx:pt>
          <cx:pt idx="6858">30.5</cx:pt>
          <cx:pt idx="6859">32.5</cx:pt>
          <cx:pt idx="6860">22</cx:pt>
          <cx:pt idx="6861">42</cx:pt>
          <cx:pt idx="6862">19.5</cx:pt>
          <cx:pt idx="6863">30.5</cx:pt>
          <cx:pt idx="6864">43.5</cx:pt>
          <cx:pt idx="6865">46.5</cx:pt>
          <cx:pt idx="6866">24.5</cx:pt>
          <cx:pt idx="6867">38.5</cx:pt>
          <cx:pt idx="6868">40.5</cx:pt>
          <cx:pt idx="6869">18.5</cx:pt>
          <cx:pt idx="6870">46</cx:pt>
          <cx:pt idx="6871">43.5</cx:pt>
          <cx:pt idx="6872">21</cx:pt>
          <cx:pt idx="6873">22</cx:pt>
          <cx:pt idx="6874">49.5</cx:pt>
          <cx:pt idx="6875">29</cx:pt>
          <cx:pt idx="6876">26.5</cx:pt>
          <cx:pt idx="6877">24.5</cx:pt>
          <cx:pt idx="6878">35.5</cx:pt>
          <cx:pt idx="6879">26</cx:pt>
          <cx:pt idx="6880">25</cx:pt>
          <cx:pt idx="6881">52.5</cx:pt>
          <cx:pt idx="6882">49</cx:pt>
          <cx:pt idx="6883">30.5</cx:pt>
          <cx:pt idx="6884">25.5</cx:pt>
          <cx:pt idx="6885">52</cx:pt>
          <cx:pt idx="6886">26</cx:pt>
          <cx:pt idx="6887">29</cx:pt>
          <cx:pt idx="6888">37</cx:pt>
          <cx:pt idx="6889">37</cx:pt>
          <cx:pt idx="6890">36</cx:pt>
          <cx:pt idx="6891">36</cx:pt>
          <cx:pt idx="6892">29</cx:pt>
          <cx:pt idx="6893">59.5</cx:pt>
          <cx:pt idx="6894">39.5</cx:pt>
          <cx:pt idx="6895">37.5</cx:pt>
          <cx:pt idx="6896">47</cx:pt>
          <cx:pt idx="6897">46</cx:pt>
          <cx:pt idx="6898">36</cx:pt>
          <cx:pt idx="6899">62.5</cx:pt>
          <cx:pt idx="6900">54</cx:pt>
          <cx:pt idx="6901">50</cx:pt>
          <cx:pt idx="6902">52</cx:pt>
          <cx:pt idx="6903">53</cx:pt>
          <cx:pt idx="6904">57</cx:pt>
          <cx:pt idx="6905">58.5</cx:pt>
          <cx:pt idx="6906">59.5</cx:pt>
          <cx:pt idx="6907">38.5</cx:pt>
          <cx:pt idx="6908">42.5</cx:pt>
          <cx:pt idx="6909">21.5</cx:pt>
          <cx:pt idx="6910">40.5</cx:pt>
          <cx:pt idx="6911">33</cx:pt>
          <cx:pt idx="6912">43.5</cx:pt>
          <cx:pt idx="6913">20.5</cx:pt>
          <cx:pt idx="6914">65</cx:pt>
          <cx:pt idx="6915">36.5</cx:pt>
          <cx:pt idx="6916">34.5</cx:pt>
          <cx:pt idx="6917">18.5</cx:pt>
          <cx:pt idx="6918">36.5</cx:pt>
          <cx:pt idx="6919">27</cx:pt>
          <cx:pt idx="6920">53.5</cx:pt>
          <cx:pt idx="6921">53</cx:pt>
          <cx:pt idx="6922">53.5</cx:pt>
          <cx:pt idx="6923">25</cx:pt>
          <cx:pt idx="6924">44.5</cx:pt>
          <cx:pt idx="6925">20</cx:pt>
          <cx:pt idx="6926">41</cx:pt>
          <cx:pt idx="6927">41</cx:pt>
          <cx:pt idx="6928">35</cx:pt>
          <cx:pt idx="6929">35.5</cx:pt>
          <cx:pt idx="6930">64</cx:pt>
          <cx:pt idx="6931">58</cx:pt>
          <cx:pt idx="6932">48.5</cx:pt>
          <cx:pt idx="6933">38.5</cx:pt>
          <cx:pt idx="6934">56.5</cx:pt>
          <cx:pt idx="6935">31</cx:pt>
          <cx:pt idx="6936">40.5</cx:pt>
          <cx:pt idx="6937">31.5</cx:pt>
          <cx:pt idx="6938">35.5</cx:pt>
          <cx:pt idx="6939">36.5</cx:pt>
          <cx:pt idx="6940">43.5</cx:pt>
          <cx:pt idx="6941">65</cx:pt>
          <cx:pt idx="6942">64.5</cx:pt>
          <cx:pt idx="6943">42</cx:pt>
          <cx:pt idx="6944">43</cx:pt>
          <cx:pt idx="6945">21</cx:pt>
          <cx:pt idx="6946">34.5</cx:pt>
          <cx:pt idx="6947">23.5</cx:pt>
          <cx:pt idx="6948">52.5</cx:pt>
          <cx:pt idx="6949">28.5</cx:pt>
          <cx:pt idx="6950">38</cx:pt>
          <cx:pt idx="6951">39</cx:pt>
          <cx:pt idx="6952">40</cx:pt>
          <cx:pt idx="6953">18</cx:pt>
          <cx:pt idx="6954">22.5</cx:pt>
          <cx:pt idx="6955">44.5</cx:pt>
          <cx:pt idx="6956">25.5</cx:pt>
          <cx:pt idx="6957">22.5</cx:pt>
          <cx:pt idx="6958">26.5</cx:pt>
          <cx:pt idx="6959">35.5</cx:pt>
          <cx:pt idx="6960">21.5</cx:pt>
          <cx:pt idx="6961">49.5</cx:pt>
          <cx:pt idx="6962">19.5</cx:pt>
          <cx:pt idx="6963">50</cx:pt>
          <cx:pt idx="6964">30</cx:pt>
          <cx:pt idx="6965">64</cx:pt>
          <cx:pt idx="6966">63</cx:pt>
          <cx:pt idx="6967">48</cx:pt>
          <cx:pt idx="6968">53.5</cx:pt>
          <cx:pt idx="6969">55.5</cx:pt>
          <cx:pt idx="6970">24.5</cx:pt>
          <cx:pt idx="6971">34.5</cx:pt>
          <cx:pt idx="6972">49.5</cx:pt>
          <cx:pt idx="6973">45</cx:pt>
          <cx:pt idx="6974">18</cx:pt>
          <cx:pt idx="6975">31.5</cx:pt>
          <cx:pt idx="6976">25</cx:pt>
          <cx:pt idx="6977">54</cx:pt>
          <cx:pt idx="6978">28</cx:pt>
          <cx:pt idx="6979">63</cx:pt>
          <cx:pt idx="6980">36.5</cx:pt>
          <cx:pt idx="6981">55.5</cx:pt>
          <cx:pt idx="6982">21.5</cx:pt>
          <cx:pt idx="6983">26</cx:pt>
          <cx:pt idx="6984">56</cx:pt>
          <cx:pt idx="6985">43.5</cx:pt>
          <cx:pt idx="6986">40.5</cx:pt>
          <cx:pt idx="6987">59.5</cx:pt>
          <cx:pt idx="6988">57.5</cx:pt>
          <cx:pt idx="6989">61</cx:pt>
          <cx:pt idx="6990">23</cx:pt>
          <cx:pt idx="6991">34.5</cx:pt>
          <cx:pt idx="6992">48</cx:pt>
          <cx:pt idx="6993">26.5</cx:pt>
          <cx:pt idx="6994">31</cx:pt>
          <cx:pt idx="6995">29.5</cx:pt>
          <cx:pt idx="6996">23</cx:pt>
          <cx:pt idx="6997">32</cx:pt>
          <cx:pt idx="6998">32</cx:pt>
          <cx:pt idx="6999">43</cx:pt>
          <cx:pt idx="7000">48</cx:pt>
          <cx:pt idx="7001">57</cx:pt>
          <cx:pt idx="7002">25.5</cx:pt>
          <cx:pt idx="7003">42.5</cx:pt>
          <cx:pt idx="7004">34</cx:pt>
          <cx:pt idx="7005">23.5</cx:pt>
          <cx:pt idx="7006">28.5</cx:pt>
          <cx:pt idx="7007">36</cx:pt>
          <cx:pt idx="7008">33</cx:pt>
          <cx:pt idx="7009">41.5</cx:pt>
          <cx:pt idx="7010">42.5</cx:pt>
          <cx:pt idx="7011">54.5</cx:pt>
          <cx:pt idx="7012">53.5</cx:pt>
          <cx:pt idx="7013">59.5</cx:pt>
          <cx:pt idx="7014">60</cx:pt>
          <cx:pt idx="7015">63.5</cx:pt>
          <cx:pt idx="7016">56</cx:pt>
          <cx:pt idx="7017">54.5</cx:pt>
          <cx:pt idx="7018">28.5</cx:pt>
          <cx:pt idx="7019">34.5</cx:pt>
          <cx:pt idx="7020">53</cx:pt>
          <cx:pt idx="7021">26.5</cx:pt>
          <cx:pt idx="7022">48</cx:pt>
          <cx:pt idx="7023">45</cx:pt>
          <cx:pt idx="7024">22.5</cx:pt>
          <cx:pt idx="7025">47</cx:pt>
          <cx:pt idx="7026">45.5</cx:pt>
          <cx:pt idx="7027">23</cx:pt>
          <cx:pt idx="7028">38.5</cx:pt>
          <cx:pt idx="7029">32</cx:pt>
          <cx:pt idx="7030">49</cx:pt>
          <cx:pt idx="7031">46</cx:pt>
          <cx:pt idx="7032">51.5</cx:pt>
          <cx:pt idx="7033">21</cx:pt>
          <cx:pt idx="7034">58.5</cx:pt>
          <cx:pt idx="7035">60.5</cx:pt>
          <cx:pt idx="7036">18.5</cx:pt>
          <cx:pt idx="7037">57.5</cx:pt>
          <cx:pt idx="7038">60.5</cx:pt>
          <cx:pt idx="7039">24.5</cx:pt>
          <cx:pt idx="7040">50.5</cx:pt>
          <cx:pt idx="7041">50.5</cx:pt>
          <cx:pt idx="7042">21</cx:pt>
          <cx:pt idx="7043">34.5</cx:pt>
          <cx:pt idx="7044">30</cx:pt>
          <cx:pt idx="7045">24</cx:pt>
          <cx:pt idx="7046">35.5</cx:pt>
          <cx:pt idx="7047">26.5</cx:pt>
          <cx:pt idx="7048">22.5</cx:pt>
          <cx:pt idx="7049">28</cx:pt>
          <cx:pt idx="7050">24.5</cx:pt>
          <cx:pt idx="7051">33</cx:pt>
          <cx:pt idx="7052">22</cx:pt>
          <cx:pt idx="7053">28</cx:pt>
          <cx:pt idx="7054">25</cx:pt>
          <cx:pt idx="7055">59</cx:pt>
          <cx:pt idx="7056">56.5</cx:pt>
          <cx:pt idx="7057">42.5</cx:pt>
          <cx:pt idx="7058">44.5</cx:pt>
          <cx:pt idx="7059">56.5</cx:pt>
          <cx:pt idx="7060">63</cx:pt>
          <cx:pt idx="7061">47</cx:pt>
          <cx:pt idx="7062">64</cx:pt>
          <cx:pt idx="7063">38</cx:pt>
          <cx:pt idx="7064">42.5</cx:pt>
          <cx:pt idx="7065">38.5</cx:pt>
          <cx:pt idx="7066">39</cx:pt>
          <cx:pt idx="7067">64.5</cx:pt>
          <cx:pt idx="7068">35</cx:pt>
          <cx:pt idx="7069">33.5</cx:pt>
          <cx:pt idx="7070">35.5</cx:pt>
          <cx:pt idx="7071">38.5</cx:pt>
          <cx:pt idx="7072">61</cx:pt>
          <cx:pt idx="7073">64.5</cx:pt>
          <cx:pt idx="7074">38</cx:pt>
          <cx:pt idx="7075">25.5</cx:pt>
          <cx:pt idx="7076">25.5</cx:pt>
          <cx:pt idx="7077">44</cx:pt>
          <cx:pt idx="7078">26</cx:pt>
          <cx:pt idx="7079">63</cx:pt>
          <cx:pt idx="7080">37</cx:pt>
          <cx:pt idx="7081">62</cx:pt>
          <cx:pt idx="7082">58</cx:pt>
          <cx:pt idx="7083">38</cx:pt>
          <cx:pt idx="7084">38.5</cx:pt>
          <cx:pt idx="7085">53.5</cx:pt>
          <cx:pt idx="7086">27.5</cx:pt>
          <cx:pt idx="7087">45</cx:pt>
          <cx:pt idx="7088">33.5</cx:pt>
          <cx:pt idx="7089">39</cx:pt>
          <cx:pt idx="7090">55.5</cx:pt>
          <cx:pt idx="7091">48.5</cx:pt>
          <cx:pt idx="7092">49.5</cx:pt>
          <cx:pt idx="7093">27.5</cx:pt>
          <cx:pt idx="7094">33.5</cx:pt>
          <cx:pt idx="7095">59.5</cx:pt>
          <cx:pt idx="7096">41.5</cx:pt>
          <cx:pt idx="7097">39.5</cx:pt>
          <cx:pt idx="7098">18.5</cx:pt>
          <cx:pt idx="7099">55.5</cx:pt>
          <cx:pt idx="7100">37.5</cx:pt>
          <cx:pt idx="7101">37</cx:pt>
          <cx:pt idx="7102">45.5</cx:pt>
          <cx:pt idx="7103">40</cx:pt>
          <cx:pt idx="7104">45.5</cx:pt>
          <cx:pt idx="7105">44.5</cx:pt>
          <cx:pt idx="7106">64.5</cx:pt>
          <cx:pt idx="7107">56</cx:pt>
          <cx:pt idx="7108">25</cx:pt>
          <cx:pt idx="7109">55.5</cx:pt>
          <cx:pt idx="7110">22</cx:pt>
          <cx:pt idx="7111">32</cx:pt>
          <cx:pt idx="7112">32.5</cx:pt>
          <cx:pt idx="7113">62.5</cx:pt>
          <cx:pt idx="7114">61</cx:pt>
          <cx:pt idx="7115">42</cx:pt>
          <cx:pt idx="7116">29</cx:pt>
          <cx:pt idx="7117">55.5</cx:pt>
          <cx:pt idx="7118">32.5</cx:pt>
          <cx:pt idx="7119">28</cx:pt>
          <cx:pt idx="7120">28.5</cx:pt>
          <cx:pt idx="7121">60</cx:pt>
          <cx:pt idx="7122">38</cx:pt>
          <cx:pt idx="7123">61</cx:pt>
          <cx:pt idx="7124">63</cx:pt>
          <cx:pt idx="7125">42.5</cx:pt>
          <cx:pt idx="7126">35</cx:pt>
          <cx:pt idx="7127">35.5</cx:pt>
          <cx:pt idx="7128">43</cx:pt>
          <cx:pt idx="7129">59.5</cx:pt>
          <cx:pt idx="7130">61.5</cx:pt>
          <cx:pt idx="7131">53.5</cx:pt>
          <cx:pt idx="7132">56</cx:pt>
          <cx:pt idx="7133">22</cx:pt>
          <cx:pt idx="7134">57.5</cx:pt>
          <cx:pt idx="7135">30.5</cx:pt>
          <cx:pt idx="7136">24.5</cx:pt>
          <cx:pt idx="7137">31</cx:pt>
          <cx:pt idx="7138">53</cx:pt>
          <cx:pt idx="7139">55</cx:pt>
          <cx:pt idx="7140">30</cx:pt>
          <cx:pt idx="7141">55.5</cx:pt>
          <cx:pt idx="7142">40</cx:pt>
          <cx:pt idx="7143">19</cx:pt>
          <cx:pt idx="7144">34</cx:pt>
          <cx:pt idx="7145">39</cx:pt>
          <cx:pt idx="7146">39</cx:pt>
          <cx:pt idx="7147">38.5</cx:pt>
          <cx:pt idx="7148">30.5</cx:pt>
          <cx:pt idx="7149">27.5</cx:pt>
          <cx:pt idx="7150">35.5</cx:pt>
          <cx:pt idx="7151">55.5</cx:pt>
          <cx:pt idx="7152">54.5</cx:pt>
          <cx:pt idx="7153">37</cx:pt>
          <cx:pt idx="7154">24.5</cx:pt>
          <cx:pt idx="7155">29.5</cx:pt>
          <cx:pt idx="7156">18</cx:pt>
          <cx:pt idx="7157">31</cx:pt>
          <cx:pt idx="7158">43.5</cx:pt>
          <cx:pt idx="7159">41</cx:pt>
          <cx:pt idx="7160">56.5</cx:pt>
          <cx:pt idx="7161">56.5</cx:pt>
          <cx:pt idx="7162">26</cx:pt>
          <cx:pt idx="7163">24.5</cx:pt>
          <cx:pt idx="7164">56</cx:pt>
          <cx:pt idx="7165">23.5</cx:pt>
          <cx:pt idx="7166">58.5</cx:pt>
          <cx:pt idx="7167">28.5</cx:pt>
          <cx:pt idx="7168">56</cx:pt>
          <cx:pt idx="7169">30.5</cx:pt>
          <cx:pt idx="7170">25.5</cx:pt>
          <cx:pt idx="7171">60.5</cx:pt>
          <cx:pt idx="7172">38</cx:pt>
          <cx:pt idx="7173">61</cx:pt>
          <cx:pt idx="7174">24</cx:pt>
          <cx:pt idx="7175">21</cx:pt>
          <cx:pt idx="7176">54.5</cx:pt>
          <cx:pt idx="7177">32.5</cx:pt>
          <cx:pt idx="7178">65</cx:pt>
          <cx:pt idx="7179">58.5</cx:pt>
          <cx:pt idx="7180">38.5</cx:pt>
          <cx:pt idx="7181">18.5</cx:pt>
          <cx:pt idx="7182">45.5</cx:pt>
          <cx:pt idx="7183">37.5</cx:pt>
          <cx:pt idx="7184">20</cx:pt>
          <cx:pt idx="7185">18.5</cx:pt>
          <cx:pt idx="7186">38.5</cx:pt>
          <cx:pt idx="7187">52</cx:pt>
          <cx:pt idx="7188">47</cx:pt>
          <cx:pt idx="7189">26</cx:pt>
          <cx:pt idx="7190">23.5</cx:pt>
          <cx:pt idx="7191">38</cx:pt>
          <cx:pt idx="7192">34</cx:pt>
          <cx:pt idx="7193">48</cx:pt>
          <cx:pt idx="7194">48</cx:pt>
          <cx:pt idx="7195">20.5</cx:pt>
          <cx:pt idx="7196">52</cx:pt>
          <cx:pt idx="7197">48</cx:pt>
          <cx:pt idx="7198">48.5</cx:pt>
          <cx:pt idx="7199">39</cx:pt>
          <cx:pt idx="7200">43.5</cx:pt>
          <cx:pt idx="7201">35.5</cx:pt>
          <cx:pt idx="7202">19</cx:pt>
          <cx:pt idx="7203">46.5</cx:pt>
          <cx:pt idx="7204">44</cx:pt>
          <cx:pt idx="7205">49.5</cx:pt>
          <cx:pt idx="7206">47</cx:pt>
          <cx:pt idx="7207">57</cx:pt>
          <cx:pt idx="7208">53.5</cx:pt>
          <cx:pt idx="7209">52</cx:pt>
          <cx:pt idx="7210">48.5</cx:pt>
          <cx:pt idx="7211">46.5</cx:pt>
          <cx:pt idx="7212">40.5</cx:pt>
          <cx:pt idx="7213">22</cx:pt>
          <cx:pt idx="7214">18</cx:pt>
          <cx:pt idx="7215">47.5</cx:pt>
          <cx:pt idx="7216">47.5</cx:pt>
          <cx:pt idx="7217">53.5</cx:pt>
          <cx:pt idx="7218">27.5</cx:pt>
          <cx:pt idx="7219">60</cx:pt>
          <cx:pt idx="7220">51</cx:pt>
          <cx:pt idx="7221">46</cx:pt>
          <cx:pt idx="7222">44.5</cx:pt>
          <cx:pt idx="7223">23</cx:pt>
          <cx:pt idx="7224">22.5</cx:pt>
          <cx:pt idx="7225">57</cx:pt>
          <cx:pt idx="7226">56.5</cx:pt>
          <cx:pt idx="7227">30.5</cx:pt>
          <cx:pt idx="7228">29.5</cx:pt>
          <cx:pt idx="7229">28.5</cx:pt>
          <cx:pt idx="7230">43.5</cx:pt>
          <cx:pt idx="7231">40</cx:pt>
          <cx:pt idx="7232">21.5</cx:pt>
          <cx:pt idx="7233">20</cx:pt>
          <cx:pt idx="7234">38.5</cx:pt>
          <cx:pt idx="7235">34.5</cx:pt>
          <cx:pt idx="7236">19</cx:pt>
          <cx:pt idx="7237">62.5</cx:pt>
          <cx:pt idx="7238">59</cx:pt>
          <cx:pt idx="7239">27</cx:pt>
          <cx:pt idx="7240">29.5</cx:pt>
          <cx:pt idx="7241">24.5</cx:pt>
          <cx:pt idx="7242">45</cx:pt>
          <cx:pt idx="7243">34.5</cx:pt>
          <cx:pt idx="7244">58.5</cx:pt>
          <cx:pt idx="7245">52.5</cx:pt>
          <cx:pt idx="7246">19</cx:pt>
          <cx:pt idx="7247">55.5</cx:pt>
          <cx:pt idx="7248">23.5</cx:pt>
          <cx:pt idx="7249">21.5</cx:pt>
          <cx:pt idx="7250">20.5</cx:pt>
          <cx:pt idx="7251">19</cx:pt>
          <cx:pt idx="7252">23.5</cx:pt>
          <cx:pt idx="7253">20</cx:pt>
          <cx:pt idx="7254">18.5</cx:pt>
          <cx:pt idx="7255">40</cx:pt>
          <cx:pt idx="7256">36.5</cx:pt>
          <cx:pt idx="7257">41.5</cx:pt>
          <cx:pt idx="7258">34</cx:pt>
          <cx:pt idx="7259">30.5</cx:pt>
          <cx:pt idx="7260">49.5</cx:pt>
          <cx:pt idx="7261">48.5</cx:pt>
          <cx:pt idx="7262">20</cx:pt>
          <cx:pt idx="7263">25</cx:pt>
          <cx:pt idx="7264">25.5</cx:pt>
          <cx:pt idx="7265">54.5</cx:pt>
          <cx:pt idx="7266">25</cx:pt>
          <cx:pt idx="7267">50</cx:pt>
          <cx:pt idx="7268">41.5</cx:pt>
          <cx:pt idx="7269">35</cx:pt>
          <cx:pt idx="7270">50</cx:pt>
          <cx:pt idx="7271">47.5</cx:pt>
          <cx:pt idx="7272">24.5</cx:pt>
          <cx:pt idx="7273">23.5</cx:pt>
          <cx:pt idx="7274">34</cx:pt>
          <cx:pt idx="7275">50.5</cx:pt>
          <cx:pt idx="7276">40</cx:pt>
          <cx:pt idx="7277">50</cx:pt>
          <cx:pt idx="7278">32.5</cx:pt>
          <cx:pt idx="7279">33.5</cx:pt>
          <cx:pt idx="7280">37</cx:pt>
          <cx:pt idx="7281">32.5</cx:pt>
          <cx:pt idx="7282">37</cx:pt>
          <cx:pt idx="7283">38</cx:pt>
          <cx:pt idx="7284">18</cx:pt>
          <cx:pt idx="7285">54.5</cx:pt>
          <cx:pt idx="7286">53</cx:pt>
          <cx:pt idx="7287">24.5</cx:pt>
          <cx:pt idx="7288">25</cx:pt>
          <cx:pt idx="7289">62</cx:pt>
          <cx:pt idx="7290">25.5</cx:pt>
          <cx:pt idx="7291">45.5</cx:pt>
          <cx:pt idx="7292">43.5</cx:pt>
          <cx:pt idx="7293">24.5</cx:pt>
          <cx:pt idx="7294">53.5</cx:pt>
          <cx:pt idx="7295">56</cx:pt>
          <cx:pt idx="7296">24</cx:pt>
          <cx:pt idx="7297">49</cx:pt>
          <cx:pt idx="7298">20.5</cx:pt>
          <cx:pt idx="7299">18.5</cx:pt>
          <cx:pt idx="7300">57</cx:pt>
          <cx:pt idx="7301">31</cx:pt>
          <cx:pt idx="7302">65</cx:pt>
          <cx:pt idx="7303">47</cx:pt>
          <cx:pt idx="7304">31</cx:pt>
          <cx:pt idx="7305">25</cx:pt>
          <cx:pt idx="7306">56</cx:pt>
          <cx:pt idx="7307">30</cx:pt>
          <cx:pt idx="7308">33</cx:pt>
          <cx:pt idx="7309">47.5</cx:pt>
          <cx:pt idx="7310">37.5</cx:pt>
          <cx:pt idx="7311">21.5</cx:pt>
          <cx:pt idx="7312">45</cx:pt>
          <cx:pt idx="7313">59</cx:pt>
          <cx:pt idx="7314">31.5</cx:pt>
          <cx:pt idx="7315">32</cx:pt>
          <cx:pt idx="7316">31</cx:pt>
          <cx:pt idx="7317">22.5</cx:pt>
          <cx:pt idx="7318">44</cx:pt>
          <cx:pt idx="7319">40.5</cx:pt>
          <cx:pt idx="7320">39.5</cx:pt>
          <cx:pt idx="7321">54</cx:pt>
          <cx:pt idx="7322">60</cx:pt>
          <cx:pt idx="7323">29.5</cx:pt>
          <cx:pt idx="7324">53.5</cx:pt>
          <cx:pt idx="7325">59</cx:pt>
          <cx:pt idx="7326">51.5</cx:pt>
          <cx:pt idx="7327">56</cx:pt>
          <cx:pt idx="7328">20</cx:pt>
          <cx:pt idx="7329">62</cx:pt>
          <cx:pt idx="7330">55</cx:pt>
          <cx:pt idx="7331">32</cx:pt>
          <cx:pt idx="7332">33.5</cx:pt>
          <cx:pt idx="7333">43</cx:pt>
          <cx:pt idx="7334">43</cx:pt>
          <cx:pt idx="7335">45.5</cx:pt>
          <cx:pt idx="7336">49.5</cx:pt>
          <cx:pt idx="7337">33.5</cx:pt>
          <cx:pt idx="7338">44.5</cx:pt>
          <cx:pt idx="7339">37.5</cx:pt>
          <cx:pt idx="7340">52.5</cx:pt>
          <cx:pt idx="7341">33.5</cx:pt>
          <cx:pt idx="7342">37</cx:pt>
          <cx:pt idx="7343">33</cx:pt>
          <cx:pt idx="7344">35</cx:pt>
          <cx:pt idx="7345">52</cx:pt>
          <cx:pt idx="7346">40</cx:pt>
          <cx:pt idx="7347">20</cx:pt>
          <cx:pt idx="7348">57.5</cx:pt>
          <cx:pt idx="7349">60</cx:pt>
          <cx:pt idx="7350">23</cx:pt>
          <cx:pt idx="7351">31.5</cx:pt>
          <cx:pt idx="7352">36</cx:pt>
          <cx:pt idx="7353">34.5</cx:pt>
          <cx:pt idx="7354">32</cx:pt>
          <cx:pt idx="7355">35.5</cx:pt>
          <cx:pt idx="7356">55</cx:pt>
          <cx:pt idx="7357">29</cx:pt>
          <cx:pt idx="7358">38</cx:pt>
          <cx:pt idx="7359">41.5</cx:pt>
          <cx:pt idx="7360">38</cx:pt>
          <cx:pt idx="7361">37.5</cx:pt>
          <cx:pt idx="7362">40.5</cx:pt>
          <cx:pt idx="7363">21</cx:pt>
          <cx:pt idx="7364">63.5</cx:pt>
          <cx:pt idx="7365">34</cx:pt>
          <cx:pt idx="7366">55.5</cx:pt>
          <cx:pt idx="7367">55</cx:pt>
          <cx:pt idx="7368">38.5</cx:pt>
          <cx:pt idx="7369">37.5</cx:pt>
          <cx:pt idx="7370">22</cx:pt>
          <cx:pt idx="7371">46.5</cx:pt>
          <cx:pt idx="7372">37</cx:pt>
          <cx:pt idx="7373">43.5</cx:pt>
          <cx:pt idx="7374">24.5</cx:pt>
          <cx:pt idx="7375">35.5</cx:pt>
          <cx:pt idx="7376">27</cx:pt>
          <cx:pt idx="7377">50</cx:pt>
          <cx:pt idx="7378">35</cx:pt>
          <cx:pt idx="7379">36</cx:pt>
          <cx:pt idx="7380">34</cx:pt>
          <cx:pt idx="7381">37</cx:pt>
          <cx:pt idx="7382">33</cx:pt>
          <cx:pt idx="7383">27</cx:pt>
          <cx:pt idx="7384">31.5</cx:pt>
          <cx:pt idx="7385">39.5</cx:pt>
          <cx:pt idx="7386">37.5</cx:pt>
          <cx:pt idx="7387">36.5</cx:pt>
          <cx:pt idx="7388">39</cx:pt>
          <cx:pt idx="7389">54</cx:pt>
          <cx:pt idx="7390">30.5</cx:pt>
          <cx:pt idx="7391">63</cx:pt>
          <cx:pt idx="7392">63</cx:pt>
          <cx:pt idx="7393">58</cx:pt>
          <cx:pt idx="7394">62.5</cx:pt>
          <cx:pt idx="7395">24.5</cx:pt>
          <cx:pt idx="7396">26.5</cx:pt>
          <cx:pt idx="7397">43.5</cx:pt>
          <cx:pt idx="7398">52.5</cx:pt>
          <cx:pt idx="7399">20.5</cx:pt>
          <cx:pt idx="7400">24</cx:pt>
          <cx:pt idx="7401">55.5</cx:pt>
          <cx:pt idx="7402">44</cx:pt>
          <cx:pt idx="7403">37</cx:pt>
          <cx:pt idx="7404">33.5</cx:pt>
          <cx:pt idx="7405">58</cx:pt>
          <cx:pt idx="7406">61</cx:pt>
          <cx:pt idx="7407">37.5</cx:pt>
          <cx:pt idx="7408">34.5</cx:pt>
          <cx:pt idx="7409">51.5</cx:pt>
          <cx:pt idx="7410">46</cx:pt>
          <cx:pt idx="7411">31</cx:pt>
          <cx:pt idx="7412">21</cx:pt>
          <cx:pt idx="7413">53</cx:pt>
          <cx:pt idx="7414">26.5</cx:pt>
          <cx:pt idx="7415">32</cx:pt>
          <cx:pt idx="7416">35.5</cx:pt>
          <cx:pt idx="7417">60</cx:pt>
          <cx:pt idx="7418">56</cx:pt>
          <cx:pt idx="7419">56</cx:pt>
          <cx:pt idx="7420">31.5</cx:pt>
          <cx:pt idx="7421">26</cx:pt>
          <cx:pt idx="7422">47.5</cx:pt>
          <cx:pt idx="7423">41</cx:pt>
          <cx:pt idx="7424">21.5</cx:pt>
          <cx:pt idx="7425">43</cx:pt>
          <cx:pt idx="7426">48</cx:pt>
          <cx:pt idx="7427">19</cx:pt>
          <cx:pt idx="7428">43</cx:pt>
          <cx:pt idx="7429">39.5</cx:pt>
          <cx:pt idx="7430">61.5</cx:pt>
          <cx:pt idx="7431">63</cx:pt>
          <cx:pt idx="7432">25.5</cx:pt>
          <cx:pt idx="7433">46</cx:pt>
          <cx:pt idx="7434">49</cx:pt>
          <cx:pt idx="7435">21</cx:pt>
          <cx:pt idx="7436">39</cx:pt>
          <cx:pt idx="7437">42.5</cx:pt>
          <cx:pt idx="7438">54</cx:pt>
          <cx:pt idx="7439">25.5</cx:pt>
          <cx:pt idx="7440">29</cx:pt>
          <cx:pt idx="7441">25.5</cx:pt>
          <cx:pt idx="7442">47.5</cx:pt>
          <cx:pt idx="7443">27</cx:pt>
          <cx:pt idx="7444">27</cx:pt>
          <cx:pt idx="7445">64.5</cx:pt>
          <cx:pt idx="7446">27</cx:pt>
          <cx:pt idx="7447">26.5</cx:pt>
          <cx:pt idx="7448">29.5</cx:pt>
          <cx:pt idx="7449">28.5</cx:pt>
          <cx:pt idx="7450">42.5</cx:pt>
          <cx:pt idx="7451">19.5</cx:pt>
          <cx:pt idx="7452">62</cx:pt>
          <cx:pt idx="7453">57.5</cx:pt>
          <cx:pt idx="7454">35</cx:pt>
          <cx:pt idx="7455">19</cx:pt>
          <cx:pt idx="7456">59.5</cx:pt>
          <cx:pt idx="7457">60</cx:pt>
          <cx:pt idx="7458">49</cx:pt>
          <cx:pt idx="7459">39.5</cx:pt>
          <cx:pt idx="7460">64</cx:pt>
          <cx:pt idx="7461">47.5</cx:pt>
          <cx:pt idx="7462">51</cx:pt>
          <cx:pt idx="7463">64</cx:pt>
          <cx:pt idx="7464">51</cx:pt>
          <cx:pt idx="7465">52</cx:pt>
          <cx:pt idx="7466">22</cx:pt>
          <cx:pt idx="7467">63.5</cx:pt>
          <cx:pt idx="7468">30.5</cx:pt>
          <cx:pt idx="7469">36</cx:pt>
          <cx:pt idx="7470">58</cx:pt>
          <cx:pt idx="7471">29.5</cx:pt>
          <cx:pt idx="7472">31.5</cx:pt>
          <cx:pt idx="7473">52</cx:pt>
          <cx:pt idx="7474">22.5</cx:pt>
          <cx:pt idx="7475">27.5</cx:pt>
          <cx:pt idx="7476">42</cx:pt>
          <cx:pt idx="7477">40.5</cx:pt>
          <cx:pt idx="7478">36.5</cx:pt>
          <cx:pt idx="7479">18.5</cx:pt>
          <cx:pt idx="7480">50</cx:pt>
          <cx:pt idx="7481">50</cx:pt>
          <cx:pt idx="7482">20.5</cx:pt>
          <cx:pt idx="7483">45</cx:pt>
          <cx:pt idx="7484">54</cx:pt>
          <cx:pt idx="7485">58</cx:pt>
          <cx:pt idx="7486">25</cx:pt>
          <cx:pt idx="7487">24.5</cx:pt>
          <cx:pt idx="7488">48</cx:pt>
          <cx:pt idx="7489">55.5</cx:pt>
          <cx:pt idx="7490">27</cx:pt>
          <cx:pt idx="7491">29</cx:pt>
          <cx:pt idx="7492">33.5</cx:pt>
          <cx:pt idx="7493">26</cx:pt>
          <cx:pt idx="7494">40</cx:pt>
          <cx:pt idx="7495">53.5</cx:pt>
          <cx:pt idx="7496">47</cx:pt>
          <cx:pt idx="7497">50</cx:pt>
          <cx:pt idx="7498">29</cx:pt>
          <cx:pt idx="7499">21.5</cx:pt>
          <cx:pt idx="7500">24.5</cx:pt>
          <cx:pt idx="7501">46.5</cx:pt>
          <cx:pt idx="7502">48</cx:pt>
          <cx:pt idx="7503">60.5</cx:pt>
          <cx:pt idx="7504">45.5</cx:pt>
          <cx:pt idx="7505">43</cx:pt>
          <cx:pt idx="7506">22.5</cx:pt>
          <cx:pt idx="7507">29.5</cx:pt>
          <cx:pt idx="7508">27</cx:pt>
          <cx:pt idx="7509">47.5</cx:pt>
          <cx:pt idx="7510">42.5</cx:pt>
          <cx:pt idx="7511">21</cx:pt>
          <cx:pt idx="7512">18.5</cx:pt>
          <cx:pt idx="7513">25.5</cx:pt>
          <cx:pt idx="7514">48.5</cx:pt>
          <cx:pt idx="7515">51.5</cx:pt>
          <cx:pt idx="7516">40</cx:pt>
          <cx:pt idx="7517">40</cx:pt>
          <cx:pt idx="7518">25.5</cx:pt>
          <cx:pt idx="7519">24.5</cx:pt>
          <cx:pt idx="7520">21</cx:pt>
          <cx:pt idx="7521">19</cx:pt>
          <cx:pt idx="7522">55.5</cx:pt>
          <cx:pt idx="7523">22</cx:pt>
          <cx:pt idx="7524">44</cx:pt>
          <cx:pt idx="7525">23</cx:pt>
          <cx:pt idx="7526">57</cx:pt>
          <cx:pt idx="7527">33.5</cx:pt>
          <cx:pt idx="7528">25.5</cx:pt>
          <cx:pt idx="7529">26.5</cx:pt>
          <cx:pt idx="7530">21</cx:pt>
          <cx:pt idx="7531">23.5</cx:pt>
          <cx:pt idx="7532">60.5</cx:pt>
          <cx:pt idx="7533">45.5</cx:pt>
          <cx:pt idx="7534">40.5</cx:pt>
          <cx:pt idx="7535">34</cx:pt>
          <cx:pt idx="7536">64</cx:pt>
          <cx:pt idx="7537">63.5</cx:pt>
          <cx:pt idx="7538">62.5</cx:pt>
          <cx:pt idx="7539">64</cx:pt>
          <cx:pt idx="7540">48</cx:pt>
          <cx:pt idx="7541">48</cx:pt>
          <cx:pt idx="7542">56</cx:pt>
          <cx:pt idx="7543">48.5</cx:pt>
          <cx:pt idx="7544">50.5</cx:pt>
          <cx:pt idx="7545">53.5</cx:pt>
          <cx:pt idx="7546">28.5</cx:pt>
          <cx:pt idx="7547">52.5</cx:pt>
          <cx:pt idx="7548">41.5</cx:pt>
          <cx:pt idx="7549">40</cx:pt>
          <cx:pt idx="7550">63.5</cx:pt>
          <cx:pt idx="7551">65</cx:pt>
          <cx:pt idx="7552">33</cx:pt>
          <cx:pt idx="7553">35</cx:pt>
          <cx:pt idx="7554">61.5</cx:pt>
          <cx:pt idx="7555">58.5</cx:pt>
          <cx:pt idx="7556">63.5</cx:pt>
          <cx:pt idx="7557">59</cx:pt>
          <cx:pt idx="7558">35.5</cx:pt>
          <cx:pt idx="7559">63.5</cx:pt>
          <cx:pt idx="7560">58</cx:pt>
          <cx:pt idx="7561">34.5</cx:pt>
          <cx:pt idx="7562">47.5</cx:pt>
          <cx:pt idx="7563">42</cx:pt>
          <cx:pt idx="7564">21.5</cx:pt>
          <cx:pt idx="7565">48.5</cx:pt>
          <cx:pt idx="7566">45</cx:pt>
          <cx:pt idx="7567">22.5</cx:pt>
          <cx:pt idx="7568">35</cx:pt>
          <cx:pt idx="7569">35.5</cx:pt>
          <cx:pt idx="7570">58</cx:pt>
          <cx:pt idx="7571">57.5</cx:pt>
          <cx:pt idx="7572">52</cx:pt>
          <cx:pt idx="7573">56</cx:pt>
          <cx:pt idx="7574">58.5</cx:pt>
          <cx:pt idx="7575">36</cx:pt>
          <cx:pt idx="7576">37</cx:pt>
          <cx:pt idx="7577">40.5</cx:pt>
          <cx:pt idx="7578">32</cx:pt>
          <cx:pt idx="7579">40.5</cx:pt>
          <cx:pt idx="7580">36</cx:pt>
          <cx:pt idx="7581">53.5</cx:pt>
          <cx:pt idx="7582">51</cx:pt>
          <cx:pt idx="7583">22</cx:pt>
          <cx:pt idx="7584">40</cx:pt>
          <cx:pt idx="7585">41.5</cx:pt>
          <cx:pt idx="7586">36</cx:pt>
          <cx:pt idx="7587">36</cx:pt>
          <cx:pt idx="7588">56</cx:pt>
          <cx:pt idx="7589">58.5</cx:pt>
          <cx:pt idx="7590">44.5</cx:pt>
          <cx:pt idx="7591">44.5</cx:pt>
          <cx:pt idx="7592">29</cx:pt>
          <cx:pt idx="7593">29.5</cx:pt>
          <cx:pt idx="7594">39</cx:pt>
          <cx:pt idx="7595">37.5</cx:pt>
          <cx:pt idx="7596">39</cx:pt>
          <cx:pt idx="7597">38</cx:pt>
          <cx:pt idx="7598">58.5</cx:pt>
          <cx:pt idx="7599">54</cx:pt>
          <cx:pt idx="7600">24</cx:pt>
          <cx:pt idx="7601">58.5</cx:pt>
          <cx:pt idx="7602">58.5</cx:pt>
          <cx:pt idx="7603">30</cx:pt>
          <cx:pt idx="7604">30.5</cx:pt>
          <cx:pt idx="7605">37</cx:pt>
          <cx:pt idx="7606">35</cx:pt>
          <cx:pt idx="7607">39</cx:pt>
          <cx:pt idx="7608">27</cx:pt>
          <cx:pt idx="7609">32.5</cx:pt>
          <cx:pt idx="7610">35.5</cx:pt>
          <cx:pt idx="7611">20.5</cx:pt>
          <cx:pt idx="7612">41</cx:pt>
          <cx:pt idx="7613">40</cx:pt>
          <cx:pt idx="7614">23</cx:pt>
          <cx:pt idx="7615">63</cx:pt>
          <cx:pt idx="7616">34.5</cx:pt>
          <cx:pt idx="7617">64</cx:pt>
          <cx:pt idx="7618">44.5</cx:pt>
          <cx:pt idx="7619">45</cx:pt>
          <cx:pt idx="7620">41.5</cx:pt>
          <cx:pt idx="7621">33.5</cx:pt>
          <cx:pt idx="7622">34</cx:pt>
          <cx:pt idx="7623">45</cx:pt>
          <cx:pt idx="7624">26.5</cx:pt>
          <cx:pt idx="7625">27</cx:pt>
          <cx:pt idx="7626">62.5</cx:pt>
          <cx:pt idx="7627">62.5</cx:pt>
          <cx:pt idx="7628">18.5</cx:pt>
          <cx:pt idx="7629">59</cx:pt>
          <cx:pt idx="7630">60</cx:pt>
          <cx:pt idx="7631">63.5</cx:pt>
          <cx:pt idx="7632">30.5</cx:pt>
          <cx:pt idx="7633">33.5</cx:pt>
          <cx:pt idx="7634">40</cx:pt>
          <cx:pt idx="7635">19.5</cx:pt>
          <cx:pt idx="7636">45.5</cx:pt>
          <cx:pt idx="7637">52.5</cx:pt>
          <cx:pt idx="7638">34.5</cx:pt>
          <cx:pt idx="7639">46</cx:pt>
          <cx:pt idx="7640">56</cx:pt>
          <cx:pt idx="7641">26</cx:pt>
          <cx:pt idx="7642">26.5</cx:pt>
          <cx:pt idx="7643">32.5</cx:pt>
          <cx:pt idx="7644">30.5</cx:pt>
          <cx:pt idx="7645">46</cx:pt>
          <cx:pt idx="7646">40.5</cx:pt>
          <cx:pt idx="7647">57</cx:pt>
          <cx:pt idx="7648">56.5</cx:pt>
          <cx:pt idx="7649">18.5</cx:pt>
          <cx:pt idx="7650">39</cx:pt>
          <cx:pt idx="7651">45</cx:pt>
          <cx:pt idx="7652">46.5</cx:pt>
          <cx:pt idx="7653">22.5</cx:pt>
          <cx:pt idx="7654">21</cx:pt>
          <cx:pt idx="7655">21</cx:pt>
          <cx:pt idx="7656">20.5</cx:pt>
          <cx:pt idx="7657">35</cx:pt>
          <cx:pt idx="7658">52.5</cx:pt>
          <cx:pt idx="7659">34</cx:pt>
          <cx:pt idx="7660">22</cx:pt>
          <cx:pt idx="7661">53.5</cx:pt>
          <cx:pt idx="7662">39</cx:pt>
          <cx:pt idx="7663">53.5</cx:pt>
          <cx:pt idx="7664">24.5</cx:pt>
          <cx:pt idx="7665">31.5</cx:pt>
          <cx:pt idx="7666">41</cx:pt>
          <cx:pt idx="7667">20</cx:pt>
          <cx:pt idx="7668">28.5</cx:pt>
          <cx:pt idx="7669">59.5</cx:pt>
          <cx:pt idx="7670">36.5</cx:pt>
          <cx:pt idx="7671">40</cx:pt>
          <cx:pt idx="7672">54</cx:pt>
          <cx:pt idx="7673">47</cx:pt>
          <cx:pt idx="7674">58</cx:pt>
          <cx:pt idx="7675">22.5</cx:pt>
          <cx:pt idx="7676">26</cx:pt>
          <cx:pt idx="7677">24.5</cx:pt>
          <cx:pt idx="7678">34</cx:pt>
          <cx:pt idx="7679">62.5</cx:pt>
          <cx:pt idx="7680">21</cx:pt>
          <cx:pt idx="7681">46.5</cx:pt>
          <cx:pt idx="7682">40.5</cx:pt>
          <cx:pt idx="7683">18</cx:pt>
          <cx:pt idx="7684">25.5</cx:pt>
          <cx:pt idx="7685">49.5</cx:pt>
          <cx:pt idx="7686">58.5</cx:pt>
          <cx:pt idx="7687">24.5</cx:pt>
          <cx:pt idx="7688">30</cx:pt>
          <cx:pt idx="7689">31</cx:pt>
          <cx:pt idx="7690">53</cx:pt>
          <cx:pt idx="7691">25</cx:pt>
          <cx:pt idx="7692">43.5</cx:pt>
          <cx:pt idx="7693">48</cx:pt>
          <cx:pt idx="7694">21.5</cx:pt>
          <cx:pt idx="7695">22.5</cx:pt>
          <cx:pt idx="7696">64.5</cx:pt>
          <cx:pt idx="7697">65</cx:pt>
          <cx:pt idx="7698">27</cx:pt>
          <cx:pt idx="7699">34.5</cx:pt>
          <cx:pt idx="7700">54.5</cx:pt>
          <cx:pt idx="7701">49.5</cx:pt>
          <cx:pt idx="7702">63.5</cx:pt>
          <cx:pt idx="7703">38.5</cx:pt>
          <cx:pt idx="7704">18.5</cx:pt>
          <cx:pt idx="7705">41.5</cx:pt>
          <cx:pt idx="7706">36.5</cx:pt>
          <cx:pt idx="7707">43</cx:pt>
          <cx:pt idx="7708">41.5</cx:pt>
          <cx:pt idx="7709">63.5</cx:pt>
          <cx:pt idx="7710">39</cx:pt>
          <cx:pt idx="7711">38</cx:pt>
          <cx:pt idx="7712">27</cx:pt>
          <cx:pt idx="7713">53</cx:pt>
          <cx:pt idx="7714">43</cx:pt>
          <cx:pt idx="7715">26</cx:pt>
          <cx:pt idx="7716">60.5</cx:pt>
          <cx:pt idx="7717">58.5</cx:pt>
          <cx:pt idx="7718">39</cx:pt>
          <cx:pt idx="7719">29.5</cx:pt>
          <cx:pt idx="7720">47</cx:pt>
          <cx:pt idx="7721">35.5</cx:pt>
          <cx:pt idx="7722">24</cx:pt>
          <cx:pt idx="7723">25</cx:pt>
          <cx:pt idx="7724">56</cx:pt>
          <cx:pt idx="7725">55</cx:pt>
          <cx:pt idx="7726">52.5</cx:pt>
          <cx:pt idx="7727">46.5</cx:pt>
          <cx:pt idx="7728">27</cx:pt>
          <cx:pt idx="7729">19.5</cx:pt>
          <cx:pt idx="7730">27</cx:pt>
          <cx:pt idx="7731">59.5</cx:pt>
          <cx:pt idx="7732">61.5</cx:pt>
          <cx:pt idx="7733">24.5</cx:pt>
          <cx:pt idx="7734">19.5</cx:pt>
          <cx:pt idx="7735">47</cx:pt>
          <cx:pt idx="7736">38</cx:pt>
          <cx:pt idx="7737">38.5</cx:pt>
          <cx:pt idx="7738">35</cx:pt>
          <cx:pt idx="7739">31.5</cx:pt>
          <cx:pt idx="7740">38.5</cx:pt>
          <cx:pt idx="7741">33.5</cx:pt>
          <cx:pt idx="7742">46.5</cx:pt>
          <cx:pt idx="7743">34</cx:pt>
          <cx:pt idx="7744">49.5</cx:pt>
          <cx:pt idx="7745">57.5</cx:pt>
          <cx:pt idx="7746">65</cx:pt>
          <cx:pt idx="7747">32</cx:pt>
          <cx:pt idx="7748">53.5</cx:pt>
          <cx:pt idx="7749">56.5</cx:pt>
          <cx:pt idx="7750">60</cx:pt>
          <cx:pt idx="7751">61.5</cx:pt>
          <cx:pt idx="7752">53</cx:pt>
          <cx:pt idx="7753">56.5</cx:pt>
          <cx:pt idx="7754">31.5</cx:pt>
          <cx:pt idx="7755">39.5</cx:pt>
          <cx:pt idx="7756">40.5</cx:pt>
          <cx:pt idx="7757">19</cx:pt>
          <cx:pt idx="7758">37</cx:pt>
          <cx:pt idx="7759">31.5</cx:pt>
          <cx:pt idx="7760">33.5</cx:pt>
          <cx:pt idx="7761">64</cx:pt>
          <cx:pt idx="7762">61.5</cx:pt>
          <cx:pt idx="7763">53</cx:pt>
          <cx:pt idx="7764">50</cx:pt>
          <cx:pt idx="7765">29</cx:pt>
          <cx:pt idx="7766">23.5</cx:pt>
          <cx:pt idx="7767">54</cx:pt>
          <cx:pt idx="7768">53</cx:pt>
          <cx:pt idx="7769">59.5</cx:pt>
          <cx:pt idx="7770">52</cx:pt>
          <cx:pt idx="7771">55</cx:pt>
          <cx:pt idx="7772">55</cx:pt>
          <cx:pt idx="7773">28</cx:pt>
          <cx:pt idx="7774">26.5</cx:pt>
          <cx:pt idx="7775">34.5</cx:pt>
          <cx:pt idx="7776">53</cx:pt>
          <cx:pt idx="7777">51.5</cx:pt>
          <cx:pt idx="7778">27.5</cx:pt>
          <cx:pt idx="7779">21</cx:pt>
          <cx:pt idx="7780">54</cx:pt>
          <cx:pt idx="7781">54.5</cx:pt>
          <cx:pt idx="7782">45.5</cx:pt>
          <cx:pt idx="7783">36</cx:pt>
          <cx:pt idx="7784">42</cx:pt>
          <cx:pt idx="7785">48</cx:pt>
          <cx:pt idx="7786">20.5</cx:pt>
          <cx:pt idx="7787">18.5</cx:pt>
          <cx:pt idx="7788">57</cx:pt>
          <cx:pt idx="7789">26.5</cx:pt>
          <cx:pt idx="7790">41.5</cx:pt>
          <cx:pt idx="7791">45</cx:pt>
          <cx:pt idx="7792">57</cx:pt>
          <cx:pt idx="7793">54</cx:pt>
          <cx:pt idx="7794">49</cx:pt>
          <cx:pt idx="7795">18.5</cx:pt>
          <cx:pt idx="7796">63.5</cx:pt>
          <cx:pt idx="7797">51.5</cx:pt>
          <cx:pt idx="7798">51.5</cx:pt>
          <cx:pt idx="7799">24.5</cx:pt>
          <cx:pt idx="7800">29</cx:pt>
          <cx:pt idx="7801">19.5</cx:pt>
          <cx:pt idx="7802">40.5</cx:pt>
          <cx:pt idx="7803">43.5</cx:pt>
          <cx:pt idx="7804">37.5</cx:pt>
          <cx:pt idx="7805">18</cx:pt>
          <cx:pt idx="7806">49</cx:pt>
          <cx:pt idx="7807">63</cx:pt>
          <cx:pt idx="7808">29</cx:pt>
          <cx:pt idx="7809">54.5</cx:pt>
          <cx:pt idx="7810">23</cx:pt>
          <cx:pt idx="7811">32.5</cx:pt>
          <cx:pt idx="7812">35.5</cx:pt>
          <cx:pt idx="7813">28</cx:pt>
          <cx:pt idx="7814">28</cx:pt>
          <cx:pt idx="7815">49</cx:pt>
          <cx:pt idx="7816">30</cx:pt>
          <cx:pt idx="7817">26</cx:pt>
          <cx:pt idx="7818">64</cx:pt>
          <cx:pt idx="7819">61.5</cx:pt>
          <cx:pt idx="7820">23</cx:pt>
          <cx:pt idx="7821">22</cx:pt>
          <cx:pt idx="7822">38.5</cx:pt>
          <cx:pt idx="7823">35</cx:pt>
          <cx:pt idx="7824">30.5</cx:pt>
          <cx:pt idx="7825">31.5</cx:pt>
          <cx:pt idx="7826">48</cx:pt>
          <cx:pt idx="7827">18.5</cx:pt>
          <cx:pt idx="7828">21</cx:pt>
          <cx:pt idx="7829">28</cx:pt>
          <cx:pt idx="7830">37.5</cx:pt>
          <cx:pt idx="7831">18.5</cx:pt>
          <cx:pt idx="7832">39.5</cx:pt>
          <cx:pt idx="7833">56.5</cx:pt>
          <cx:pt idx="7834">54.5</cx:pt>
          <cx:pt idx="7835">32.5</cx:pt>
          <cx:pt idx="7836">29</cx:pt>
          <cx:pt idx="7837">63.5</cx:pt>
          <cx:pt idx="7838">28.5</cx:pt>
          <cx:pt idx="7839">26.5</cx:pt>
          <cx:pt idx="7840">31</cx:pt>
          <cx:pt idx="7841">36.5</cx:pt>
          <cx:pt idx="7842">42</cx:pt>
          <cx:pt idx="7843">33.5</cx:pt>
          <cx:pt idx="7844">60</cx:pt>
          <cx:pt idx="7845">53.5</cx:pt>
          <cx:pt idx="7846">51</cx:pt>
          <cx:pt idx="7847">20</cx:pt>
          <cx:pt idx="7848">58</cx:pt>
          <cx:pt idx="7849">60.5</cx:pt>
          <cx:pt idx="7850">34</cx:pt>
          <cx:pt idx="7851">34</cx:pt>
          <cx:pt idx="7852">32</cx:pt>
          <cx:pt idx="7853">31.5</cx:pt>
          <cx:pt idx="7854">57</cx:pt>
          <cx:pt idx="7855">56</cx:pt>
          <cx:pt idx="7856">27</cx:pt>
          <cx:pt idx="7857">50.5</cx:pt>
          <cx:pt idx="7858">24</cx:pt>
          <cx:pt idx="7859">64</cx:pt>
          <cx:pt idx="7860">59.5</cx:pt>
          <cx:pt idx="7861">33</cx:pt>
          <cx:pt idx="7862">30.5</cx:pt>
          <cx:pt idx="7863">27</cx:pt>
          <cx:pt idx="7864">23</cx:pt>
          <cx:pt idx="7865">51</cx:pt>
          <cx:pt idx="7866">28</cx:pt>
          <cx:pt idx="7867">32</cx:pt>
          <cx:pt idx="7868">29.5</cx:pt>
          <cx:pt idx="7869">30.5</cx:pt>
          <cx:pt idx="7870">39</cx:pt>
          <cx:pt idx="7871">48</cx:pt>
          <cx:pt idx="7872">45</cx:pt>
          <cx:pt idx="7873">60.5</cx:pt>
          <cx:pt idx="7874">52</cx:pt>
          <cx:pt idx="7875">45.5</cx:pt>
          <cx:pt idx="7876">42</cx:pt>
          <cx:pt idx="7877">45.5</cx:pt>
          <cx:pt idx="7878">22</cx:pt>
          <cx:pt idx="7879">42</cx:pt>
          <cx:pt idx="7880">42</cx:pt>
          <cx:pt idx="7881">19</cx:pt>
          <cx:pt idx="7882">36</cx:pt>
          <cx:pt idx="7883">50.5</cx:pt>
          <cx:pt idx="7884">30.5</cx:pt>
          <cx:pt idx="7885">59.5</cx:pt>
          <cx:pt idx="7886">35.5</cx:pt>
          <cx:pt idx="7887">55.5</cx:pt>
          <cx:pt idx="7888">31.5</cx:pt>
          <cx:pt idx="7889">21.5</cx:pt>
          <cx:pt idx="7890">18.5</cx:pt>
          <cx:pt idx="7891">32</cx:pt>
          <cx:pt idx="7892">29</cx:pt>
          <cx:pt idx="7893">31.5</cx:pt>
          <cx:pt idx="7894">50.5</cx:pt>
          <cx:pt idx="7895">50</cx:pt>
          <cx:pt idx="7896">51</cx:pt>
          <cx:pt idx="7897">47.5</cx:pt>
          <cx:pt idx="7898">30.5</cx:pt>
          <cx:pt idx="7899">30</cx:pt>
          <cx:pt idx="7900">31.5</cx:pt>
          <cx:pt idx="7901">44.5</cx:pt>
          <cx:pt idx="7902">49.5</cx:pt>
          <cx:pt idx="7903">23.5</cx:pt>
          <cx:pt idx="7904">60</cx:pt>
          <cx:pt idx="7905">59.5</cx:pt>
          <cx:pt idx="7906">58</cx:pt>
          <cx:pt idx="7907">61</cx:pt>
          <cx:pt idx="7908">44.5</cx:pt>
          <cx:pt idx="7909">53</cx:pt>
          <cx:pt idx="7910">50.5</cx:pt>
          <cx:pt idx="7911">18.5</cx:pt>
          <cx:pt idx="7912">42.5</cx:pt>
          <cx:pt idx="7913">51.5</cx:pt>
          <cx:pt idx="7914">46.5</cx:pt>
          <cx:pt idx="7915">63.5</cx:pt>
          <cx:pt idx="7916">41</cx:pt>
          <cx:pt idx="7917">42</cx:pt>
          <cx:pt idx="7918">39</cx:pt>
          <cx:pt idx="7919">46</cx:pt>
          <cx:pt idx="7920">55</cx:pt>
          <cx:pt idx="7921">49.5</cx:pt>
          <cx:pt idx="7922">31</cx:pt>
          <cx:pt idx="7923">22</cx:pt>
          <cx:pt idx="7924">50.5</cx:pt>
          <cx:pt idx="7925">52</cx:pt>
          <cx:pt idx="7926">27</cx:pt>
          <cx:pt idx="7927">28</cx:pt>
          <cx:pt idx="7928">33</cx:pt>
          <cx:pt idx="7929">44.5</cx:pt>
          <cx:pt idx="7930">39</cx:pt>
          <cx:pt idx="7931">21</cx:pt>
          <cx:pt idx="7932">29</cx:pt>
          <cx:pt idx="7933">38</cx:pt>
          <cx:pt idx="7934">46.5</cx:pt>
          <cx:pt idx="7935">54.5</cx:pt>
          <cx:pt idx="7936">48.5</cx:pt>
          <cx:pt idx="7937">43.5</cx:pt>
          <cx:pt idx="7938">53</cx:pt>
          <cx:pt idx="7939">52</cx:pt>
          <cx:pt idx="7940">38.5</cx:pt>
          <cx:pt idx="7941">53</cx:pt>
          <cx:pt idx="7942">44.5</cx:pt>
          <cx:pt idx="7943">61.5</cx:pt>
          <cx:pt idx="7944">62</cx:pt>
          <cx:pt idx="7945">46.5</cx:pt>
          <cx:pt idx="7946">50</cx:pt>
          <cx:pt idx="7947">35.5</cx:pt>
          <cx:pt idx="7948">30.5</cx:pt>
          <cx:pt idx="7949">41.5</cx:pt>
          <cx:pt idx="7950">38.5</cx:pt>
          <cx:pt idx="7951">45</cx:pt>
          <cx:pt idx="7952">46.5</cx:pt>
          <cx:pt idx="7953">33.5</cx:pt>
          <cx:pt idx="7954">33</cx:pt>
          <cx:pt idx="7955">60.5</cx:pt>
          <cx:pt idx="7956">60.5</cx:pt>
          <cx:pt idx="7957">49</cx:pt>
          <cx:pt idx="7958">49</cx:pt>
          <cx:pt idx="7959">58.5</cx:pt>
          <cx:pt idx="7960">43</cx:pt>
          <cx:pt idx="7961">21.5</cx:pt>
          <cx:pt idx="7962">18.5</cx:pt>
          <cx:pt idx="7963">64.5</cx:pt>
          <cx:pt idx="7964">50</cx:pt>
          <cx:pt idx="7965">57</cx:pt>
          <cx:pt idx="7966">28.5</cx:pt>
          <cx:pt idx="7967">48</cx:pt>
          <cx:pt idx="7968">19.5</cx:pt>
          <cx:pt idx="7969">44</cx:pt>
          <cx:pt idx="7970">50</cx:pt>
          <cx:pt idx="7971">25</cx:pt>
          <cx:pt idx="7972">49</cx:pt>
          <cx:pt idx="7973">51.5</cx:pt>
          <cx:pt idx="7974">51.5</cx:pt>
          <cx:pt idx="7975">53</cx:pt>
          <cx:pt idx="7976">49</cx:pt>
          <cx:pt idx="7977">53.5</cx:pt>
          <cx:pt idx="7978">26</cx:pt>
          <cx:pt idx="7979">27.5</cx:pt>
          <cx:pt idx="7980">27.5</cx:pt>
          <cx:pt idx="7981">27.5</cx:pt>
          <cx:pt idx="7982">41.5</cx:pt>
          <cx:pt idx="7983">51.5</cx:pt>
          <cx:pt idx="7984">47</cx:pt>
          <cx:pt idx="7985">27</cx:pt>
          <cx:pt idx="7986">24.5</cx:pt>
          <cx:pt idx="7987">51.5</cx:pt>
          <cx:pt idx="7988">56.5</cx:pt>
          <cx:pt idx="7989">25</cx:pt>
          <cx:pt idx="7990">26.5</cx:pt>
          <cx:pt idx="7991">30.5</cx:pt>
          <cx:pt idx="7992">23</cx:pt>
          <cx:pt idx="7993">27</cx:pt>
          <cx:pt idx="7994">28</cx:pt>
          <cx:pt idx="7995">27</cx:pt>
          <cx:pt idx="7996">24.5</cx:pt>
          <cx:pt idx="7997">40</cx:pt>
          <cx:pt idx="7998">37</cx:pt>
          <cx:pt idx="7999">55.5</cx:pt>
          <cx:pt idx="8000">59.5</cx:pt>
          <cx:pt idx="8001">36</cx:pt>
          <cx:pt idx="8002">40.5</cx:pt>
          <cx:pt idx="8003">39.5</cx:pt>
          <cx:pt idx="8004">20</cx:pt>
          <cx:pt idx="8005">18.5</cx:pt>
          <cx:pt idx="8006">51.5</cx:pt>
          <cx:pt idx="8007">29</cx:pt>
          <cx:pt idx="8008">45.5</cx:pt>
          <cx:pt idx="8009">20</cx:pt>
          <cx:pt idx="8010">59</cx:pt>
          <cx:pt idx="8011">42</cx:pt>
          <cx:pt idx="8012">40</cx:pt>
          <cx:pt idx="8013">20.5</cx:pt>
          <cx:pt idx="8014">43</cx:pt>
          <cx:pt idx="8015">21</cx:pt>
          <cx:pt idx="8016">44</cx:pt>
          <cx:pt idx="8017">44</cx:pt>
          <cx:pt idx="8018">23</cx:pt>
          <cx:pt idx="8019">39</cx:pt>
          <cx:pt idx="8020">20.5</cx:pt>
          <cx:pt idx="8021">53.5</cx:pt>
          <cx:pt idx="8022">55.5</cx:pt>
          <cx:pt idx="8023">26.5</cx:pt>
          <cx:pt idx="8024">32</cx:pt>
          <cx:pt idx="8025">46.5</cx:pt>
          <cx:pt idx="8026">41.5</cx:pt>
          <cx:pt idx="8027">37.5</cx:pt>
          <cx:pt idx="8028">32.5</cx:pt>
          <cx:pt idx="8029">35.5</cx:pt>
          <cx:pt idx="8030">20</cx:pt>
          <cx:pt idx="8031">51</cx:pt>
          <cx:pt idx="8032">26</cx:pt>
          <cx:pt idx="8033">23.5</cx:pt>
          <cx:pt idx="8034">49</cx:pt>
          <cx:pt idx="8035">54</cx:pt>
          <cx:pt idx="8036">27</cx:pt>
          <cx:pt idx="8037">59.5</cx:pt>
          <cx:pt idx="8038">62.5</cx:pt>
          <cx:pt idx="8039">34.5</cx:pt>
          <cx:pt idx="8040">30.5</cx:pt>
          <cx:pt idx="8041">32</cx:pt>
          <cx:pt idx="8042">44</cx:pt>
          <cx:pt idx="8043">21.5</cx:pt>
          <cx:pt idx="8044">18.5</cx:pt>
          <cx:pt idx="8045">36</cx:pt>
          <cx:pt idx="8046">43.5</cx:pt>
          <cx:pt idx="8047">48.5</cx:pt>
          <cx:pt idx="8048">23.5</cx:pt>
          <cx:pt idx="8049">26.5</cx:pt>
          <cx:pt idx="8050">44.5</cx:pt>
          <cx:pt idx="8051">47</cx:pt>
          <cx:pt idx="8052">25</cx:pt>
          <cx:pt idx="8053">21</cx:pt>
          <cx:pt idx="8054">44</cx:pt>
          <cx:pt idx="8055">65</cx:pt>
          <cx:pt idx="8056">25</cx:pt>
          <cx:pt idx="8057">29.5</cx:pt>
          <cx:pt idx="8058">35</cx:pt>
          <cx:pt idx="8059">29</cx:pt>
          <cx:pt idx="8060">28.5</cx:pt>
          <cx:pt idx="8061">34</cx:pt>
          <cx:pt idx="8062">55</cx:pt>
          <cx:pt idx="8063">57.5</cx:pt>
          <cx:pt idx="8064">48.5</cx:pt>
          <cx:pt idx="8065">48.5</cx:pt>
          <cx:pt idx="8066">24.5</cx:pt>
          <cx:pt idx="8067">37</cx:pt>
          <cx:pt idx="8068">32</cx:pt>
          <cx:pt idx="8069">56.5</cx:pt>
          <cx:pt idx="8070">56.5</cx:pt>
          <cx:pt idx="8071">47.5</cx:pt>
          <cx:pt idx="8072">46</cx:pt>
          <cx:pt idx="8073">24.5</cx:pt>
          <cx:pt idx="8074">49.5</cx:pt>
          <cx:pt idx="8075">50</cx:pt>
          <cx:pt idx="8076">37.5</cx:pt>
          <cx:pt idx="8077">47.5</cx:pt>
          <cx:pt idx="8078">41</cx:pt>
          <cx:pt idx="8079">40</cx:pt>
          <cx:pt idx="8080">19</cx:pt>
          <cx:pt idx="8081">39.5</cx:pt>
          <cx:pt idx="8082">42</cx:pt>
          <cx:pt idx="8083">20.5</cx:pt>
          <cx:pt idx="8084">52</cx:pt>
          <cx:pt idx="8085">46</cx:pt>
          <cx:pt idx="8086">27</cx:pt>
          <cx:pt idx="8087">23</cx:pt>
          <cx:pt idx="8088">38.5</cx:pt>
          <cx:pt idx="8089">36</cx:pt>
          <cx:pt idx="8090">49</cx:pt>
          <cx:pt idx="8091">41.5</cx:pt>
          <cx:pt idx="8092">55</cx:pt>
          <cx:pt idx="8093">35</cx:pt>
          <cx:pt idx="8094">53</cx:pt>
          <cx:pt idx="8095">61.5</cx:pt>
          <cx:pt idx="8096">48</cx:pt>
          <cx:pt idx="8097">23</cx:pt>
          <cx:pt idx="8098">20.5</cx:pt>
          <cx:pt idx="8099">45.5</cx:pt>
          <cx:pt idx="8100">44.5</cx:pt>
          <cx:pt idx="8101">24</cx:pt>
          <cx:pt idx="8102">18</cx:pt>
          <cx:pt idx="8103">28.5</cx:pt>
          <cx:pt idx="8104">39</cx:pt>
          <cx:pt idx="8105">34.5</cx:pt>
          <cx:pt idx="8106">50</cx:pt>
          <cx:pt idx="8107">28.5</cx:pt>
          <cx:pt idx="8108">26</cx:pt>
          <cx:pt idx="8109">32.5</cx:pt>
          <cx:pt idx="8110">32.5</cx:pt>
          <cx:pt idx="8111">50</cx:pt>
          <cx:pt idx="8112">52.5</cx:pt>
          <cx:pt idx="8113">23.5</cx:pt>
          <cx:pt idx="8114">28</cx:pt>
          <cx:pt idx="8115">33.5</cx:pt>
          <cx:pt idx="8116">50</cx:pt>
          <cx:pt idx="8117">25.5</cx:pt>
          <cx:pt idx="8118">42</cx:pt>
          <cx:pt idx="8119">21</cx:pt>
          <cx:pt idx="8120">28</cx:pt>
          <cx:pt idx="8121">24</cx:pt>
          <cx:pt idx="8122">18.5</cx:pt>
          <cx:pt idx="8123">62.5</cx:pt>
          <cx:pt idx="8124">46.5</cx:pt>
          <cx:pt idx="8125">39</cx:pt>
          <cx:pt idx="8126">44</cx:pt>
          <cx:pt idx="8127">20</cx:pt>
          <cx:pt idx="8128">22.5</cx:pt>
          <cx:pt idx="8129">23</cx:pt>
          <cx:pt idx="8130">25.5</cx:pt>
          <cx:pt idx="8131">47</cx:pt>
          <cx:pt idx="8132">47</cx:pt>
          <cx:pt idx="8133">50</cx:pt>
          <cx:pt idx="8134">56</cx:pt>
          <cx:pt idx="8135">54.5</cx:pt>
          <cx:pt idx="8136">31.5</cx:pt>
          <cx:pt idx="8137">27</cx:pt>
          <cx:pt idx="8138">62</cx:pt>
          <cx:pt idx="8139">29</cx:pt>
          <cx:pt idx="8140">26.5</cx:pt>
          <cx:pt idx="8141">55</cx:pt>
          <cx:pt idx="8142">34.5</cx:pt>
          <cx:pt idx="8143">40</cx:pt>
          <cx:pt idx="8144">61</cx:pt>
          <cx:pt idx="8145">26</cx:pt>
          <cx:pt idx="8146">32.5</cx:pt>
          <cx:pt idx="8147">25</cx:pt>
          <cx:pt idx="8148">53.5</cx:pt>
          <cx:pt idx="8149">25.5</cx:pt>
          <cx:pt idx="8150">25</cx:pt>
          <cx:pt idx="8151">51</cx:pt>
          <cx:pt idx="8152">28</cx:pt>
          <cx:pt idx="8153">24.5</cx:pt>
          <cx:pt idx="8154">43</cx:pt>
          <cx:pt idx="8155">18</cx:pt>
          <cx:pt idx="8156">21</cx:pt>
          <cx:pt idx="8157">49</cx:pt>
          <cx:pt idx="8158">49.5</cx:pt>
          <cx:pt idx="8159">21</cx:pt>
          <cx:pt idx="8160">53.5</cx:pt>
          <cx:pt idx="8161">41.5</cx:pt>
          <cx:pt idx="8162">30.5</cx:pt>
          <cx:pt idx="8163">62</cx:pt>
          <cx:pt idx="8164">54</cx:pt>
          <cx:pt idx="8165">18</cx:pt>
          <cx:pt idx="8166">56.5</cx:pt>
          <cx:pt idx="8167">53.5</cx:pt>
          <cx:pt idx="8168">27</cx:pt>
          <cx:pt idx="8169">28</cx:pt>
          <cx:pt idx="8170">51.5</cx:pt>
          <cx:pt idx="8171">43.5</cx:pt>
          <cx:pt idx="8172">63.5</cx:pt>
          <cx:pt idx="8173">39.5</cx:pt>
          <cx:pt idx="8174">22.5</cx:pt>
          <cx:pt idx="8175">62</cx:pt>
          <cx:pt idx="8176">61.5</cx:pt>
          <cx:pt idx="8177">26.5</cx:pt>
          <cx:pt idx="8178">41.5</cx:pt>
          <cx:pt idx="8179">24</cx:pt>
          <cx:pt idx="8180">42.5</cx:pt>
          <cx:pt idx="8181">42.5</cx:pt>
          <cx:pt idx="8182">60.5</cx:pt>
          <cx:pt idx="8183">42</cx:pt>
          <cx:pt idx="8184">40</cx:pt>
          <cx:pt idx="8185">43</cx:pt>
          <cx:pt idx="8186">26</cx:pt>
          <cx:pt idx="8187">63.5</cx:pt>
          <cx:pt idx="8188">63.5</cx:pt>
          <cx:pt idx="8189">26</cx:pt>
          <cx:pt idx="8190">51</cx:pt>
          <cx:pt idx="8191">53</cx:pt>
          <cx:pt idx="8192">40</cx:pt>
          <cx:pt idx="8193">41.5</cx:pt>
          <cx:pt idx="8194">30.5</cx:pt>
          <cx:pt idx="8195">57.5</cx:pt>
          <cx:pt idx="8196">36</cx:pt>
          <cx:pt idx="8197">56.5</cx:pt>
          <cx:pt idx="8198">34</cx:pt>
          <cx:pt idx="8199">30</cx:pt>
          <cx:pt idx="8200">36</cx:pt>
          <cx:pt idx="8201">54</cx:pt>
          <cx:pt idx="8202">31.5</cx:pt>
          <cx:pt idx="8203">28</cx:pt>
          <cx:pt idx="8204">27</cx:pt>
          <cx:pt idx="8205">21</cx:pt>
          <cx:pt idx="8206">35</cx:pt>
          <cx:pt idx="8207">37</cx:pt>
          <cx:pt idx="8208">26</cx:pt>
          <cx:pt idx="8209">26.5</cx:pt>
          <cx:pt idx="8210">57</cx:pt>
          <cx:pt idx="8211">59</cx:pt>
          <cx:pt idx="8212">56</cx:pt>
          <cx:pt idx="8213">35.5</cx:pt>
          <cx:pt idx="8214">23</cx:pt>
          <cx:pt idx="8215">29.5</cx:pt>
          <cx:pt idx="8216">63.5</cx:pt>
          <cx:pt idx="8217">61.5</cx:pt>
          <cx:pt idx="8218">29.5</cx:pt>
          <cx:pt idx="8219">60</cx:pt>
          <cx:pt idx="8220">64</cx:pt>
          <cx:pt idx="8221">39.5</cx:pt>
          <cx:pt idx="8222">19</cx:pt>
          <cx:pt idx="8223">38.5</cx:pt>
          <cx:pt idx="8224">56</cx:pt>
          <cx:pt idx="8225">61</cx:pt>
          <cx:pt idx="8226">42.5</cx:pt>
          <cx:pt idx="8227">42.5</cx:pt>
          <cx:pt idx="8228">54</cx:pt>
          <cx:pt idx="8229">63.5</cx:pt>
          <cx:pt idx="8230">39.5</cx:pt>
          <cx:pt idx="8231">37</cx:pt>
          <cx:pt idx="8232">56</cx:pt>
          <cx:pt idx="8233">53.5</cx:pt>
          <cx:pt idx="8234">24</cx:pt>
          <cx:pt idx="8235">51</cx:pt>
          <cx:pt idx="8236">40.5</cx:pt>
          <cx:pt idx="8237">37</cx:pt>
          <cx:pt idx="8238">38</cx:pt>
          <cx:pt idx="8239">40</cx:pt>
          <cx:pt idx="8240">21.5</cx:pt>
          <cx:pt idx="8241">50</cx:pt>
          <cx:pt idx="8242">41.5</cx:pt>
          <cx:pt idx="8243">20.5</cx:pt>
          <cx:pt idx="8244">35.5</cx:pt>
          <cx:pt idx="8245">39</cx:pt>
          <cx:pt idx="8246">47</cx:pt>
          <cx:pt idx="8247">23.5</cx:pt>
          <cx:pt idx="8248">61.5</cx:pt>
          <cx:pt idx="8249">25.5</cx:pt>
          <cx:pt idx="8250">43.5</cx:pt>
          <cx:pt idx="8251">44</cx:pt>
          <cx:pt idx="8252">23</cx:pt>
          <cx:pt idx="8253">58.5</cx:pt>
          <cx:pt idx="8254">26.5</cx:pt>
          <cx:pt idx="8255">54</cx:pt>
          <cx:pt idx="8256">27</cx:pt>
          <cx:pt idx="8257">19</cx:pt>
          <cx:pt idx="8258">46</cx:pt>
          <cx:pt idx="8259">28</cx:pt>
          <cx:pt idx="8260">33.5</cx:pt>
          <cx:pt idx="8261">54</cx:pt>
          <cx:pt idx="8262">41</cx:pt>
          <cx:pt idx="8263">63</cx:pt>
          <cx:pt idx="8264">24.5</cx:pt>
          <cx:pt idx="8265">31.5</cx:pt>
          <cx:pt idx="8266">59</cx:pt>
          <cx:pt idx="8267">23.5</cx:pt>
          <cx:pt idx="8268">44</cx:pt>
          <cx:pt idx="8269">38.5</cx:pt>
          <cx:pt idx="8270">33.5</cx:pt>
          <cx:pt idx="8271">27.5</cx:pt>
          <cx:pt idx="8272">34.5</cx:pt>
          <cx:pt idx="8273">26.5</cx:pt>
          <cx:pt idx="8274">28.5</cx:pt>
          <cx:pt idx="8275">37</cx:pt>
          <cx:pt idx="8276">34.5</cx:pt>
          <cx:pt idx="8277">42</cx:pt>
          <cx:pt idx="8278">54.5</cx:pt>
          <cx:pt idx="8279">54</cx:pt>
          <cx:pt idx="8280">53.5</cx:pt>
          <cx:pt idx="8281">27.5</cx:pt>
          <cx:pt idx="8282">26.5</cx:pt>
          <cx:pt idx="8283">41</cx:pt>
          <cx:pt idx="8284">40.5</cx:pt>
          <cx:pt idx="8285">19</cx:pt>
          <cx:pt idx="8286">55</cx:pt>
          <cx:pt idx="8287">55</cx:pt>
          <cx:pt idx="8288">29.5</cx:pt>
          <cx:pt idx="8289">25.5</cx:pt>
          <cx:pt idx="8290">52.5</cx:pt>
          <cx:pt idx="8291">49</cx:pt>
          <cx:pt idx="8292">29</cx:pt>
          <cx:pt idx="8293">26</cx:pt>
          <cx:pt idx="8294">25.5</cx:pt>
          <cx:pt idx="8295">50.5</cx:pt>
          <cx:pt idx="8296">38.5</cx:pt>
          <cx:pt idx="8297">31.5</cx:pt>
          <cx:pt idx="8298">19.5</cx:pt>
          <cx:pt idx="8299">27</cx:pt>
          <cx:pt idx="8300">25</cx:pt>
          <cx:pt idx="8301">63.5</cx:pt>
          <cx:pt idx="8302">27</cx:pt>
          <cx:pt idx="8303">39.5</cx:pt>
          <cx:pt idx="8304">19.5</cx:pt>
          <cx:pt idx="8305">52.5</cx:pt>
          <cx:pt idx="8306">53</cx:pt>
          <cx:pt idx="8307">31.5</cx:pt>
          <cx:pt idx="8308">28</cx:pt>
          <cx:pt idx="8309">35</cx:pt>
          <cx:pt idx="8310">64</cx:pt>
          <cx:pt idx="8311">61.5</cx:pt>
          <cx:pt idx="8312">56.5</cx:pt>
          <cx:pt idx="8313">37</cx:pt>
          <cx:pt idx="8314">46</cx:pt>
          <cx:pt idx="8315">30</cx:pt>
          <cx:pt idx="8316">30</cx:pt>
          <cx:pt idx="8317">25.5</cx:pt>
          <cx:pt idx="8318">50.5</cx:pt>
          <cx:pt idx="8319">30</cx:pt>
          <cx:pt idx="8320">59</cx:pt>
          <cx:pt idx="8321">38</cx:pt>
          <cx:pt idx="8322">52.5</cx:pt>
          <cx:pt idx="8323">47.5</cx:pt>
          <cx:pt idx="8324">22.5</cx:pt>
          <cx:pt idx="8325">21</cx:pt>
          <cx:pt idx="8326">61</cx:pt>
          <cx:pt idx="8327">65</cx:pt>
          <cx:pt idx="8328">36.5</cx:pt>
          <cx:pt idx="8329">59.5</cx:pt>
          <cx:pt idx="8330">59</cx:pt>
          <cx:pt idx="8331">36.5</cx:pt>
          <cx:pt idx="8332">53</cx:pt>
          <cx:pt idx="8333">59.5</cx:pt>
          <cx:pt idx="8334">36</cx:pt>
          <cx:pt idx="8335">26</cx:pt>
          <cx:pt idx="8336">26</cx:pt>
          <cx:pt idx="8337">32.5</cx:pt>
          <cx:pt idx="8338">18</cx:pt>
          <cx:pt idx="8339">45.5</cx:pt>
          <cx:pt idx="8340">49</cx:pt>
          <cx:pt idx="8341">59</cx:pt>
          <cx:pt idx="8342">59</cx:pt>
          <cx:pt idx="8343">60</cx:pt>
          <cx:pt idx="8344">64.5</cx:pt>
          <cx:pt idx="8345">36.5</cx:pt>
          <cx:pt idx="8346">36</cx:pt>
          <cx:pt idx="8347">31</cx:pt>
          <cx:pt idx="8348">42.5</cx:pt>
          <cx:pt idx="8349">28</cx:pt>
          <cx:pt idx="8350">32.5</cx:pt>
          <cx:pt idx="8351">21.5</cx:pt>
          <cx:pt idx="8352">25.5</cx:pt>
          <cx:pt idx="8353">50</cx:pt>
          <cx:pt idx="8354">47.5</cx:pt>
          <cx:pt idx="8355">26.5</cx:pt>
          <cx:pt idx="8356">24.5</cx:pt>
          <cx:pt idx="8357">23</cx:pt>
          <cx:pt idx="8358">20.5</cx:pt>
          <cx:pt idx="8359">50</cx:pt>
          <cx:pt idx="8360">47</cx:pt>
          <cx:pt idx="8361">34</cx:pt>
          <cx:pt idx="8362">33.5</cx:pt>
          <cx:pt idx="8363">49.5</cx:pt>
          <cx:pt idx="8364">49</cx:pt>
          <cx:pt idx="8365">25.5</cx:pt>
          <cx:pt idx="8366">33.5</cx:pt>
          <cx:pt idx="8367">53.5</cx:pt>
          <cx:pt idx="8368">47</cx:pt>
          <cx:pt idx="8369">56.5</cx:pt>
          <cx:pt idx="8370">29</cx:pt>
          <cx:pt idx="8371">27.5</cx:pt>
          <cx:pt idx="8372">55.5</cx:pt>
          <cx:pt idx="8373">43</cx:pt>
          <cx:pt idx="8374">50.5</cx:pt>
          <cx:pt idx="8375">38</cx:pt>
          <cx:pt idx="8376">59.5</cx:pt>
          <cx:pt idx="8377">37.5</cx:pt>
          <cx:pt idx="8378">46.5</cx:pt>
          <cx:pt idx="8379">57.5</cx:pt>
          <cx:pt idx="8380">25.5</cx:pt>
          <cx:pt idx="8381">63.5</cx:pt>
          <cx:pt idx="8382">24.5</cx:pt>
          <cx:pt idx="8383">42</cx:pt>
          <cx:pt idx="8384">25.5</cx:pt>
          <cx:pt idx="8385">29</cx:pt>
          <cx:pt idx="8386">43</cx:pt>
          <cx:pt idx="8387">43.5</cx:pt>
          <cx:pt idx="8388">19.5</cx:pt>
          <cx:pt idx="8389">34.5</cx:pt>
          <cx:pt idx="8390">22.5</cx:pt>
          <cx:pt idx="8391">19</cx:pt>
          <cx:pt idx="8392">47.5</cx:pt>
          <cx:pt idx="8393">47.5</cx:pt>
          <cx:pt idx="8394">24.5</cx:pt>
          <cx:pt idx="8395">28.5</cx:pt>
          <cx:pt idx="8396">64</cx:pt>
          <cx:pt idx="8397">28.5</cx:pt>
          <cx:pt idx="8398">51.5</cx:pt>
          <cx:pt idx="8399">46.5</cx:pt>
          <cx:pt idx="8400">29.5</cx:pt>
          <cx:pt idx="8401">30.5</cx:pt>
          <cx:pt idx="8402">32</cx:pt>
          <cx:pt idx="8403">57</cx:pt>
          <cx:pt idx="8404">20.5</cx:pt>
          <cx:pt idx="8405">44.5</cx:pt>
          <cx:pt idx="8406">53.5</cx:pt>
          <cx:pt idx="8407">52</cx:pt>
          <cx:pt idx="8408">41</cx:pt>
          <cx:pt idx="8409">46.5</cx:pt>
          <cx:pt idx="8410">54.5</cx:pt>
          <cx:pt idx="8411">55</cx:pt>
          <cx:pt idx="8412">58.5</cx:pt>
          <cx:pt idx="8413">63.5</cx:pt>
          <cx:pt idx="8414">58</cx:pt>
          <cx:pt idx="8415">35</cx:pt>
          <cx:pt idx="8416">29</cx:pt>
          <cx:pt idx="8417">31.5</cx:pt>
          <cx:pt idx="8418">51.5</cx:pt>
          <cx:pt idx="8419">60.5</cx:pt>
          <cx:pt idx="8420">32.5</cx:pt>
          <cx:pt idx="8421">32.5</cx:pt>
          <cx:pt idx="8422">52.5</cx:pt>
          <cx:pt idx="8423">26</cx:pt>
          <cx:pt idx="8424">23</cx:pt>
          <cx:pt idx="8425">59.5</cx:pt>
          <cx:pt idx="8426">33.5</cx:pt>
          <cx:pt idx="8427">33</cx:pt>
          <cx:pt idx="8428">53</cx:pt>
          <cx:pt idx="8429">53.5</cx:pt>
          <cx:pt idx="8430">34</cx:pt>
          <cx:pt idx="8431">62</cx:pt>
          <cx:pt idx="8432">54</cx:pt>
          <cx:pt idx="8433">28.5</cx:pt>
          <cx:pt idx="8434">34</cx:pt>
          <cx:pt idx="8435">63.5</cx:pt>
          <cx:pt idx="8436">39</cx:pt>
          <cx:pt idx="8437">42.5</cx:pt>
          <cx:pt idx="8438">27</cx:pt>
          <cx:pt idx="8439">46.5</cx:pt>
          <cx:pt idx="8440">47</cx:pt>
          <cx:pt idx="8441">19.5</cx:pt>
          <cx:pt idx="8442">26.5</cx:pt>
          <cx:pt idx="8443">40</cx:pt>
          <cx:pt idx="8444">50.5</cx:pt>
          <cx:pt idx="8445">35.5</cx:pt>
          <cx:pt idx="8446">43.5</cx:pt>
          <cx:pt idx="8447">56.5</cx:pt>
          <cx:pt idx="8448">57.5</cx:pt>
          <cx:pt idx="8449">38.5</cx:pt>
          <cx:pt idx="8450">42</cx:pt>
          <cx:pt idx="8451">59.5</cx:pt>
          <cx:pt idx="8452">27</cx:pt>
          <cx:pt idx="8453">50</cx:pt>
          <cx:pt idx="8454">49.5</cx:pt>
          <cx:pt idx="8455">47.5</cx:pt>
          <cx:pt idx="8456">42</cx:pt>
          <cx:pt idx="8457">35</cx:pt>
          <cx:pt idx="8458">59.5</cx:pt>
          <cx:pt idx="8459">26.5</cx:pt>
          <cx:pt idx="8460">39</cx:pt>
          <cx:pt idx="8461">54.5</cx:pt>
          <cx:pt idx="8462">32.5</cx:pt>
          <cx:pt idx="8463">37.5</cx:pt>
          <cx:pt idx="8464">36.5</cx:pt>
          <cx:pt idx="8465">55</cx:pt>
          <cx:pt idx="8466">32.5</cx:pt>
          <cx:pt idx="8467">43.5</cx:pt>
          <cx:pt idx="8468">44</cx:pt>
          <cx:pt idx="8469">57.5</cx:pt>
          <cx:pt idx="8470">20.5</cx:pt>
          <cx:pt idx="8471">48</cx:pt>
          <cx:pt idx="8472">47.5</cx:pt>
          <cx:pt idx="8473">49.5</cx:pt>
          <cx:pt idx="8474">51</cx:pt>
          <cx:pt idx="8475">40</cx:pt>
          <cx:pt idx="8476">22</cx:pt>
          <cx:pt idx="8477">34</cx:pt>
          <cx:pt idx="8478">62.5</cx:pt>
          <cx:pt idx="8479">61.5</cx:pt>
          <cx:pt idx="8480">32.5</cx:pt>
          <cx:pt idx="8481">63.5</cx:pt>
          <cx:pt idx="8482">39</cx:pt>
          <cx:pt idx="8483">29.5</cx:pt>
          <cx:pt idx="8484">35</cx:pt>
          <cx:pt idx="8485">43.5</cx:pt>
          <cx:pt idx="8486">38</cx:pt>
          <cx:pt idx="8487">22.5</cx:pt>
          <cx:pt idx="8488">38</cx:pt>
          <cx:pt idx="8489">41.5</cx:pt>
          <cx:pt idx="8490">20.5</cx:pt>
          <cx:pt idx="8491">46</cx:pt>
          <cx:pt idx="8492">22.5</cx:pt>
          <cx:pt idx="8493">60.5</cx:pt>
          <cx:pt idx="8494">30</cx:pt>
          <cx:pt idx="8495">32.5</cx:pt>
          <cx:pt idx="8496">40.5</cx:pt>
          <cx:pt idx="8497">52.5</cx:pt>
          <cx:pt idx="8498">31.5</cx:pt>
          <cx:pt idx="8499">52.5</cx:pt>
          <cx:pt idx="8500">47.5</cx:pt>
          <cx:pt idx="8501">25</cx:pt>
          <cx:pt idx="8502">22.5</cx:pt>
          <cx:pt idx="8503">39</cx:pt>
          <cx:pt idx="8504">19.5</cx:pt>
          <cx:pt idx="8505">49.5</cx:pt>
          <cx:pt idx="8506">23</cx:pt>
          <cx:pt idx="8507">24.5</cx:pt>
          <cx:pt idx="8508">60.5</cx:pt>
          <cx:pt idx="8509">59.5</cx:pt>
          <cx:pt idx="8510">22</cx:pt>
          <cx:pt idx="8511">49</cx:pt>
          <cx:pt idx="8512">55.5</cx:pt>
          <cx:pt idx="8513">61</cx:pt>
          <cx:pt idx="8514">55.5</cx:pt>
          <cx:pt idx="8515">53.5</cx:pt>
          <cx:pt idx="8516">54.5</cx:pt>
          <cx:pt idx="8517">46</cx:pt>
          <cx:pt idx="8518">35.5</cx:pt>
          <cx:pt idx="8519">39.5</cx:pt>
          <cx:pt idx="8520">26.5</cx:pt>
          <cx:pt idx="8521">31</cx:pt>
          <cx:pt idx="8522">25</cx:pt>
          <cx:pt idx="8523">46</cx:pt>
          <cx:pt idx="8524">56.5</cx:pt>
          <cx:pt idx="8525">39.5</cx:pt>
          <cx:pt idx="8526">42.5</cx:pt>
          <cx:pt idx="8527">32.5</cx:pt>
          <cx:pt idx="8528">34.5</cx:pt>
          <cx:pt idx="8529">35</cx:pt>
          <cx:pt idx="8530">28.5</cx:pt>
          <cx:pt idx="8531">30.5</cx:pt>
          <cx:pt idx="8532">60.5</cx:pt>
          <cx:pt idx="8533">40</cx:pt>
          <cx:pt idx="8534">40</cx:pt>
          <cx:pt idx="8535">37.5</cx:pt>
          <cx:pt idx="8536">63.5</cx:pt>
          <cx:pt idx="8537">42</cx:pt>
          <cx:pt idx="8538">26.5</cx:pt>
          <cx:pt idx="8539">65</cx:pt>
          <cx:pt idx="8540">25</cx:pt>
          <cx:pt idx="8541">35</cx:pt>
          <cx:pt idx="8542">63</cx:pt>
          <cx:pt idx="8543">60.5</cx:pt>
          <cx:pt idx="8544">36.5</cx:pt>
          <cx:pt idx="8545">28.5</cx:pt>
          <cx:pt idx="8546">33.5</cx:pt>
          <cx:pt idx="8547">31</cx:pt>
          <cx:pt idx="8548">30</cx:pt>
          <cx:pt idx="8549">20.5</cx:pt>
          <cx:pt idx="8550">47</cx:pt>
          <cx:pt idx="8551">44</cx:pt>
          <cx:pt idx="8552">24.5</cx:pt>
          <cx:pt idx="8553">45.5</cx:pt>
          <cx:pt idx="8554">52.5</cx:pt>
          <cx:pt idx="8555">25.5</cx:pt>
          <cx:pt idx="8556">18.5</cx:pt>
          <cx:pt idx="8557">58.5</cx:pt>
          <cx:pt idx="8558">39</cx:pt>
          <cx:pt idx="8559">18</cx:pt>
          <cx:pt idx="8560">30.5</cx:pt>
          <cx:pt idx="8561">38</cx:pt>
          <cx:pt idx="8562">55.5</cx:pt>
          <cx:pt idx="8563">57.5</cx:pt>
          <cx:pt idx="8564">26.5</cx:pt>
          <cx:pt idx="8565">25</cx:pt>
          <cx:pt idx="8566">55</cx:pt>
          <cx:pt idx="8567">59.5</cx:pt>
          <cx:pt idx="8568">34.5</cx:pt>
          <cx:pt idx="8569">57.5</cx:pt>
          <cx:pt idx="8570">25.5</cx:pt>
          <cx:pt idx="8571">26.5</cx:pt>
          <cx:pt idx="8572">28</cx:pt>
          <cx:pt idx="8573">50</cx:pt>
          <cx:pt idx="8574">27.5</cx:pt>
          <cx:pt idx="8575">20.5</cx:pt>
          <cx:pt idx="8576">24</cx:pt>
          <cx:pt idx="8577">24.5</cx:pt>
          <cx:pt idx="8578">51</cx:pt>
          <cx:pt idx="8579">53.5</cx:pt>
          <cx:pt idx="8580">28</cx:pt>
          <cx:pt idx="8581">25</cx:pt>
          <cx:pt idx="8582">62.5</cx:pt>
          <cx:pt idx="8583">49</cx:pt>
          <cx:pt idx="8584">23.5</cx:pt>
          <cx:pt idx="8585">26.5</cx:pt>
          <cx:pt idx="8586">53.5</cx:pt>
          <cx:pt idx="8587">27.5</cx:pt>
          <cx:pt idx="8588">25.5</cx:pt>
          <cx:pt idx="8589">34.5</cx:pt>
          <cx:pt idx="8590">41</cx:pt>
          <cx:pt idx="8591">38</cx:pt>
          <cx:pt idx="8592">48.5</cx:pt>
          <cx:pt idx="8593">39</cx:pt>
          <cx:pt idx="8594">42</cx:pt>
          <cx:pt idx="8595">55</cx:pt>
          <cx:pt idx="8596">35.5</cx:pt>
          <cx:pt idx="8597">53</cx:pt>
          <cx:pt idx="8598">49.5</cx:pt>
          <cx:pt idx="8599">27</cx:pt>
          <cx:pt idx="8600">47.5</cx:pt>
          <cx:pt idx="8601">35</cx:pt>
          <cx:pt idx="8602">38</cx:pt>
          <cx:pt idx="8603">27.5</cx:pt>
          <cx:pt idx="8604">26</cx:pt>
          <cx:pt idx="8605">35</cx:pt>
          <cx:pt idx="8606">37</cx:pt>
          <cx:pt idx="8607">50</cx:pt>
          <cx:pt idx="8608">20.5</cx:pt>
          <cx:pt idx="8609">34.5</cx:pt>
          <cx:pt idx="8610">28</cx:pt>
          <cx:pt idx="8611">31.5</cx:pt>
          <cx:pt idx="8612">25.5</cx:pt>
          <cx:pt idx="8613">54</cx:pt>
          <cx:pt idx="8614">45</cx:pt>
          <cx:pt idx="8615">40</cx:pt>
          <cx:pt idx="8616">34</cx:pt>
          <cx:pt idx="8617">43</cx:pt>
          <cx:pt idx="8618">21</cx:pt>
          <cx:pt idx="8619">29</cx:pt>
          <cx:pt idx="8620">24</cx:pt>
          <cx:pt idx="8621">46</cx:pt>
          <cx:pt idx="8622">48</cx:pt>
          <cx:pt idx="8623">59</cx:pt>
          <cx:pt idx="8624">59</cx:pt>
          <cx:pt idx="8625">30.5</cx:pt>
          <cx:pt idx="8626">21</cx:pt>
          <cx:pt idx="8627">50.5</cx:pt>
          <cx:pt idx="8628">27</cx:pt>
          <cx:pt idx="8629">29</cx:pt>
          <cx:pt idx="8630">47.5</cx:pt>
          <cx:pt idx="8631">23</cx:pt>
          <cx:pt idx="8632">28.5</cx:pt>
          <cx:pt idx="8633">35</cx:pt>
          <cx:pt idx="8634">26</cx:pt>
          <cx:pt idx="8635">28.5</cx:pt>
          <cx:pt idx="8636">21</cx:pt>
          <cx:pt idx="8637">28</cx:pt>
          <cx:pt idx="8638">60</cx:pt>
          <cx:pt idx="8639">63</cx:pt>
          <cx:pt idx="8640">33</cx:pt>
          <cx:pt idx="8641">29</cx:pt>
          <cx:pt idx="8642">39.5</cx:pt>
          <cx:pt idx="8643">46</cx:pt>
          <cx:pt idx="8644">26</cx:pt>
          <cx:pt idx="8645">41.5</cx:pt>
          <cx:pt idx="8646">41.5</cx:pt>
          <cx:pt idx="8647">31</cx:pt>
          <cx:pt idx="8648">33</cx:pt>
          <cx:pt idx="8649">34.5</cx:pt>
          <cx:pt idx="8650">27</cx:pt>
          <cx:pt idx="8651">34.5</cx:pt>
          <cx:pt idx="8652">36</cx:pt>
          <cx:pt idx="8653">27.5</cx:pt>
          <cx:pt idx="8654">38.5</cx:pt>
          <cx:pt idx="8655">27.5</cx:pt>
          <cx:pt idx="8656">40.5</cx:pt>
          <cx:pt idx="8657">23</cx:pt>
          <cx:pt idx="8658">32</cx:pt>
          <cx:pt idx="8659">32.5</cx:pt>
          <cx:pt idx="8660">53</cx:pt>
          <cx:pt idx="8661">57</cx:pt>
          <cx:pt idx="8662">25.5</cx:pt>
          <cx:pt idx="8663">29</cx:pt>
          <cx:pt idx="8664">27.5</cx:pt>
          <cx:pt idx="8665">23</cx:pt>
          <cx:pt idx="8666">39</cx:pt>
          <cx:pt idx="8667">36</cx:pt>
          <cx:pt idx="8668">27</cx:pt>
          <cx:pt idx="8669">64.5</cx:pt>
          <cx:pt idx="8670">34</cx:pt>
          <cx:pt idx="8671">57.5</cx:pt>
          <cx:pt idx="8672">34.5</cx:pt>
          <cx:pt idx="8673">37.5</cx:pt>
          <cx:pt idx="8674">25.5</cx:pt>
          <cx:pt idx="8675">27</cx:pt>
          <cx:pt idx="8676">30</cx:pt>
          <cx:pt idx="8677">64</cx:pt>
          <cx:pt idx="8678">50</cx:pt>
          <cx:pt idx="8679">40</cx:pt>
          <cx:pt idx="8680">30</cx:pt>
          <cx:pt idx="8681">25</cx:pt>
          <cx:pt idx="8682">55.5</cx:pt>
          <cx:pt idx="8683">32</cx:pt>
          <cx:pt idx="8684">36</cx:pt>
          <cx:pt idx="8685">29.5</cx:pt>
          <cx:pt idx="8686">35.5</cx:pt>
          <cx:pt idx="8687">38.5</cx:pt>
          <cx:pt idx="8688">42.5</cx:pt>
          <cx:pt idx="8689">19.5</cx:pt>
          <cx:pt idx="8690">58</cx:pt>
          <cx:pt idx="8691">59</cx:pt>
          <cx:pt idx="8692">31.5</cx:pt>
          <cx:pt idx="8693">27</cx:pt>
          <cx:pt idx="8694">30.5</cx:pt>
          <cx:pt idx="8695">52.5</cx:pt>
          <cx:pt idx="8696">62</cx:pt>
          <cx:pt idx="8697">26</cx:pt>
          <cx:pt idx="8698">37.5</cx:pt>
          <cx:pt idx="8699">54.5</cx:pt>
          <cx:pt idx="8700">31</cx:pt>
          <cx:pt idx="8701">27</cx:pt>
          <cx:pt idx="8702">36.5</cx:pt>
          <cx:pt idx="8703">27</cx:pt>
          <cx:pt idx="8704">47</cx:pt>
          <cx:pt idx="8705">36.5</cx:pt>
          <cx:pt idx="8706">23</cx:pt>
          <cx:pt idx="8707">24</cx:pt>
          <cx:pt idx="8708">29</cx:pt>
          <cx:pt idx="8709">58</cx:pt>
          <cx:pt idx="8710">59</cx:pt>
          <cx:pt idx="8711">61</cx:pt>
          <cx:pt idx="8712">57.5</cx:pt>
          <cx:pt idx="8713">33.5</cx:pt>
          <cx:pt idx="8714">32.5</cx:pt>
          <cx:pt idx="8715">38.5</cx:pt>
          <cx:pt idx="8716">36.5</cx:pt>
          <cx:pt idx="8717">52.5</cx:pt>
          <cx:pt idx="8718">29.5</cx:pt>
          <cx:pt idx="8719">37</cx:pt>
          <cx:pt idx="8720">27.5</cx:pt>
          <cx:pt idx="8721">48</cx:pt>
          <cx:pt idx="8722">64.5</cx:pt>
          <cx:pt idx="8723">39.5</cx:pt>
          <cx:pt idx="8724">36</cx:pt>
          <cx:pt idx="8725">28</cx:pt>
          <cx:pt idx="8726">27</cx:pt>
          <cx:pt idx="8727">42.5</cx:pt>
          <cx:pt idx="8728">35</cx:pt>
          <cx:pt idx="8729">23.5</cx:pt>
          <cx:pt idx="8730">24.5</cx:pt>
          <cx:pt idx="8731">31.5</cx:pt>
          <cx:pt idx="8732">24.5</cx:pt>
          <cx:pt idx="8733">25</cx:pt>
          <cx:pt idx="8734">52</cx:pt>
          <cx:pt idx="8735">24</cx:pt>
          <cx:pt idx="8736">51</cx:pt>
          <cx:pt idx="8737">48.5</cx:pt>
          <cx:pt idx="8738">22.5</cx:pt>
          <cx:pt idx="8739">27</cx:pt>
          <cx:pt idx="8740">30.5</cx:pt>
          <cx:pt idx="8741">53</cx:pt>
          <cx:pt idx="8742">52.5</cx:pt>
          <cx:pt idx="8743">55</cx:pt>
          <cx:pt idx="8744">29.5</cx:pt>
          <cx:pt idx="8745">33.5</cx:pt>
          <cx:pt idx="8746">31.5</cx:pt>
          <cx:pt idx="8747">64.5</cx:pt>
          <cx:pt idx="8748">56.5</cx:pt>
          <cx:pt idx="8749">56.5</cx:pt>
          <cx:pt idx="8750">26.5</cx:pt>
          <cx:pt idx="8751">33</cx:pt>
          <cx:pt idx="8752">56</cx:pt>
          <cx:pt idx="8753">41</cx:pt>
          <cx:pt idx="8754">18</cx:pt>
          <cx:pt idx="8755">38.5</cx:pt>
          <cx:pt idx="8756">46</cx:pt>
          <cx:pt idx="8757">20.5</cx:pt>
          <cx:pt idx="8758">41.5</cx:pt>
          <cx:pt idx="8759">47</cx:pt>
          <cx:pt idx="8760">18.5</cx:pt>
          <cx:pt idx="8761">28.5</cx:pt>
          <cx:pt idx="8762">24</cx:pt>
          <cx:pt idx="8763">62</cx:pt>
          <cx:pt idx="8764">31</cx:pt>
          <cx:pt idx="8765">40</cx:pt>
          <cx:pt idx="8766">35</cx:pt>
          <cx:pt idx="8767">40</cx:pt>
          <cx:pt idx="8768">53</cx:pt>
          <cx:pt idx="8769">55</cx:pt>
          <cx:pt idx="8770">31</cx:pt>
          <cx:pt idx="8771">53</cx:pt>
          <cx:pt idx="8772">23.5</cx:pt>
          <cx:pt idx="8773">22</cx:pt>
          <cx:pt idx="8774">21.5</cx:pt>
          <cx:pt idx="8775">28</cx:pt>
          <cx:pt idx="8776">35</cx:pt>
          <cx:pt idx="8777">34</cx:pt>
          <cx:pt idx="8778">35.5</cx:pt>
          <cx:pt idx="8779">62.5</cx:pt>
          <cx:pt idx="8780">29</cx:pt>
          <cx:pt idx="8781">55</cx:pt>
          <cx:pt idx="8782">59.5</cx:pt>
          <cx:pt idx="8783">33</cx:pt>
          <cx:pt idx="8784">29.5</cx:pt>
          <cx:pt idx="8785">51.5</cx:pt>
          <cx:pt idx="8786">18.5</cx:pt>
          <cx:pt idx="8787">57.5</cx:pt>
          <cx:pt idx="8788">22</cx:pt>
          <cx:pt idx="8789">27.5</cx:pt>
          <cx:pt idx="8790">32</cx:pt>
          <cx:pt idx="8791">59</cx:pt>
          <cx:pt idx="8792">40</cx:pt>
          <cx:pt idx="8793">20.5</cx:pt>
          <cx:pt idx="8794">31.5</cx:pt>
          <cx:pt idx="8795">60.5</cx:pt>
          <cx:pt idx="8796">26.5</cx:pt>
          <cx:pt idx="8797">25.5</cx:pt>
          <cx:pt idx="8798">31.5</cx:pt>
          <cx:pt idx="8799">33</cx:pt>
          <cx:pt idx="8800">28.5</cx:pt>
          <cx:pt idx="8801">31</cx:pt>
          <cx:pt idx="8802">27</cx:pt>
          <cx:pt idx="8803">26</cx:pt>
          <cx:pt idx="8804">62</cx:pt>
          <cx:pt idx="8805">53.5</cx:pt>
          <cx:pt idx="8806">18</cx:pt>
          <cx:pt idx="8807">43.5</cx:pt>
          <cx:pt idx="8808">34</cx:pt>
          <cx:pt idx="8809">48.5</cx:pt>
          <cx:pt idx="8810">25</cx:pt>
          <cx:pt idx="8811">22</cx:pt>
          <cx:pt idx="8812">49.5</cx:pt>
          <cx:pt idx="8813">51.5</cx:pt>
          <cx:pt idx="8814">20.5</cx:pt>
          <cx:pt idx="8815">26</cx:pt>
          <cx:pt idx="8816">28.5</cx:pt>
          <cx:pt idx="8817">60</cx:pt>
          <cx:pt idx="8818">35</cx:pt>
          <cx:pt idx="8819">52</cx:pt>
          <cx:pt idx="8820">31.5</cx:pt>
          <cx:pt idx="8821">28</cx:pt>
          <cx:pt idx="8822">31</cx:pt>
          <cx:pt idx="8823">51.5</cx:pt>
          <cx:pt idx="8824">51.5</cx:pt>
          <cx:pt idx="8825">35.5</cx:pt>
          <cx:pt idx="8826">38</cx:pt>
          <cx:pt idx="8827">44</cx:pt>
          <cx:pt idx="8828">41</cx:pt>
          <cx:pt idx="8829">57.5</cx:pt>
          <cx:pt idx="8830">25</cx:pt>
          <cx:pt idx="8831">28.5</cx:pt>
          <cx:pt idx="8832">31</cx:pt>
          <cx:pt idx="8833">56</cx:pt>
          <cx:pt idx="8834">53.5</cx:pt>
          <cx:pt idx="8835">23</cx:pt>
          <cx:pt idx="8836">40</cx:pt>
          <cx:pt idx="8837">20.5</cx:pt>
          <cx:pt idx="8838">24.5</cx:pt>
          <cx:pt idx="8839">35.5</cx:pt>
          <cx:pt idx="8840">39</cx:pt>
          <cx:pt idx="8841">40</cx:pt>
          <cx:pt idx="8842">51</cx:pt>
          <cx:pt idx="8843">52</cx:pt>
          <cx:pt idx="8844">39.5</cx:pt>
          <cx:pt idx="8845">37.5</cx:pt>
          <cx:pt idx="8846">55.5</cx:pt>
          <cx:pt idx="8847">24</cx:pt>
          <cx:pt idx="8848">38.5</cx:pt>
          <cx:pt idx="8849">40.5</cx:pt>
          <cx:pt idx="8850">19</cx:pt>
          <cx:pt idx="8851">18.5</cx:pt>
          <cx:pt idx="8852">33</cx:pt>
          <cx:pt idx="8853">35</cx:pt>
          <cx:pt idx="8854">25</cx:pt>
          <cx:pt idx="8855">49</cx:pt>
          <cx:pt idx="8856">31.5</cx:pt>
          <cx:pt idx="8857">38</cx:pt>
          <cx:pt idx="8858">41</cx:pt>
          <cx:pt idx="8859">39</cx:pt>
          <cx:pt idx="8860">44</cx:pt>
          <cx:pt idx="8861">53.5</cx:pt>
          <cx:pt idx="8862">56</cx:pt>
          <cx:pt idx="8863">55</cx:pt>
          <cx:pt idx="8864">40</cx:pt>
          <cx:pt idx="8865">24</cx:pt>
          <cx:pt idx="8866">30</cx:pt>
          <cx:pt idx="8867">52.5</cx:pt>
          <cx:pt idx="8868">24.5</cx:pt>
          <cx:pt idx="8869">40.5</cx:pt>
          <cx:pt idx="8870">40.5</cx:pt>
          <cx:pt idx="8871">39.5</cx:pt>
          <cx:pt idx="8872">63.5</cx:pt>
          <cx:pt idx="8873">64.5</cx:pt>
          <cx:pt idx="8874">32</cx:pt>
          <cx:pt idx="8875">18.5</cx:pt>
          <cx:pt idx="8876">43</cx:pt>
          <cx:pt idx="8877">20.5</cx:pt>
          <cx:pt idx="8878">19</cx:pt>
          <cx:pt idx="8879">24</cx:pt>
          <cx:pt idx="8880">22.5</cx:pt>
          <cx:pt idx="8881">50.5</cx:pt>
          <cx:pt idx="8882">58.5</cx:pt>
          <cx:pt idx="8883">58.5</cx:pt>
          <cx:pt idx="8884">56</cx:pt>
          <cx:pt idx="8885">58</cx:pt>
          <cx:pt idx="8886">23</cx:pt>
          <cx:pt idx="8887">22.5</cx:pt>
          <cx:pt idx="8888">31</cx:pt>
          <cx:pt idx="8889">36.5</cx:pt>
          <cx:pt idx="8890">22</cx:pt>
          <cx:pt idx="8891">21</cx:pt>
          <cx:pt idx="8892">34</cx:pt>
          <cx:pt idx="8893">32.5</cx:pt>
          <cx:pt idx="8894">32.5</cx:pt>
          <cx:pt idx="8895">34</cx:pt>
          <cx:pt idx="8896">23</cx:pt>
          <cx:pt idx="8897">42.5</cx:pt>
          <cx:pt idx="8898">50</cx:pt>
          <cx:pt idx="8899">20.5</cx:pt>
          <cx:pt idx="8900">22.5</cx:pt>
          <cx:pt idx="8901">26</cx:pt>
          <cx:pt idx="8902">27</cx:pt>
          <cx:pt idx="8903">35</cx:pt>
          <cx:pt idx="8904">23.5</cx:pt>
          <cx:pt idx="8905">22.5</cx:pt>
          <cx:pt idx="8906">58</cx:pt>
          <cx:pt idx="8907">25.5</cx:pt>
          <cx:pt idx="8908">28.5</cx:pt>
          <cx:pt idx="8909">36</cx:pt>
          <cx:pt idx="8910">21.5</cx:pt>
          <cx:pt idx="8911">57.5</cx:pt>
          <cx:pt idx="8912">32</cx:pt>
          <cx:pt idx="8913">57</cx:pt>
          <cx:pt idx="8914">56.5</cx:pt>
          <cx:pt idx="8915">51.5</cx:pt>
          <cx:pt idx="8916">20</cx:pt>
          <cx:pt idx="8917">35.5</cx:pt>
          <cx:pt idx="8918">33</cx:pt>
          <cx:pt idx="8919">58.5</cx:pt>
          <cx:pt idx="8920">57</cx:pt>
          <cx:pt idx="8921">27</cx:pt>
          <cx:pt idx="8922">25</cx:pt>
          <cx:pt idx="8923">29</cx:pt>
          <cx:pt idx="8924">29</cx:pt>
          <cx:pt idx="8925">26</cx:pt>
          <cx:pt idx="8926">51</cx:pt>
          <cx:pt idx="8927">36</cx:pt>
          <cx:pt idx="8928">31.5</cx:pt>
          <cx:pt idx="8929">23.5</cx:pt>
          <cx:pt idx="8930">23.5</cx:pt>
          <cx:pt idx="8931">51</cx:pt>
          <cx:pt idx="8932">35.5</cx:pt>
          <cx:pt idx="8933">29</cx:pt>
          <cx:pt idx="8934">38.5</cx:pt>
          <cx:pt idx="8935">33</cx:pt>
          <cx:pt idx="8936">30.5</cx:pt>
          <cx:pt idx="8937">43.5</cx:pt>
          <cx:pt idx="8938">38</cx:pt>
          <cx:pt idx="8939">41.5</cx:pt>
          <cx:pt idx="8940">52.5</cx:pt>
          <cx:pt idx="8941">25</cx:pt>
          <cx:pt idx="8942">30.5</cx:pt>
          <cx:pt idx="8943">24</cx:pt>
          <cx:pt idx="8944">23.5</cx:pt>
          <cx:pt idx="8945">31.5</cx:pt>
          <cx:pt idx="8946">28</cx:pt>
          <cx:pt idx="8947">23.5</cx:pt>
          <cx:pt idx="8948">23</cx:pt>
          <cx:pt idx="8949">22.5</cx:pt>
          <cx:pt idx="8950">49.5</cx:pt>
          <cx:pt idx="8951">47.5</cx:pt>
          <cx:pt idx="8952">27.5</cx:pt>
          <cx:pt idx="8953">59.5</cx:pt>
          <cx:pt idx="8954">26.5</cx:pt>
          <cx:pt idx="8955">33.5</cx:pt>
          <cx:pt idx="8956">32</cx:pt>
          <cx:pt idx="8957">34.5</cx:pt>
          <cx:pt idx="8958">57</cx:pt>
          <cx:pt idx="8959">24.5</cx:pt>
          <cx:pt idx="8960">43.5</cx:pt>
          <cx:pt idx="8961">37</cx:pt>
          <cx:pt idx="8962">36.5</cx:pt>
          <cx:pt idx="8963">62.5</cx:pt>
          <cx:pt idx="8964">37</cx:pt>
          <cx:pt idx="8965">35.5</cx:pt>
          <cx:pt idx="8966">28</cx:pt>
          <cx:pt idx="8967">27</cx:pt>
          <cx:pt idx="8968">60.5</cx:pt>
          <cx:pt idx="8969">47</cx:pt>
          <cx:pt idx="8970">39</cx:pt>
          <cx:pt idx="8971">22.5</cx:pt>
          <cx:pt idx="8972">31.5</cx:pt>
          <cx:pt idx="8973">40</cx:pt>
          <cx:pt idx="8974">25</cx:pt>
          <cx:pt idx="8975">60</cx:pt>
          <cx:pt idx="8976">40.5</cx:pt>
          <cx:pt idx="8977">29.5</cx:pt>
          <cx:pt idx="8978">34.5</cx:pt>
          <cx:pt idx="8979">23</cx:pt>
          <cx:pt idx="8980">30.5</cx:pt>
          <cx:pt idx="8981">59.5</cx:pt>
          <cx:pt idx="8982">30.5</cx:pt>
          <cx:pt idx="8983">28</cx:pt>
          <cx:pt idx="8984">35</cx:pt>
          <cx:pt idx="8985">33</cx:pt>
          <cx:pt idx="8986">59.5</cx:pt>
          <cx:pt idx="8987">33.5</cx:pt>
          <cx:pt idx="8988">39</cx:pt>
          <cx:pt idx="8989">38.5</cx:pt>
          <cx:pt idx="8990">25.5</cx:pt>
          <cx:pt idx="8991">48.5</cx:pt>
          <cx:pt idx="8992">18.5</cx:pt>
          <cx:pt idx="8993">49</cx:pt>
          <cx:pt idx="8994">27</cx:pt>
          <cx:pt idx="8995">61.5</cx:pt>
          <cx:pt idx="8996">28</cx:pt>
          <cx:pt idx="8997">55</cx:pt>
          <cx:pt idx="8998">39</cx:pt>
          <cx:pt idx="8999">21</cx:pt>
          <cx:pt idx="9000">57</cx:pt>
          <cx:pt idx="9001">24.5</cx:pt>
          <cx:pt idx="9002">24</cx:pt>
          <cx:pt idx="9003">50.5</cx:pt>
          <cx:pt idx="9004">57.5</cx:pt>
          <cx:pt idx="9005">29</cx:pt>
          <cx:pt idx="9006">27.5</cx:pt>
          <cx:pt idx="9007">26.5</cx:pt>
          <cx:pt idx="9008">50</cx:pt>
          <cx:pt idx="9009">52</cx:pt>
          <cx:pt idx="9010">23</cx:pt>
          <cx:pt idx="9011">24.5</cx:pt>
          <cx:pt idx="9012">32.5</cx:pt>
          <cx:pt idx="9013">24</cx:pt>
          <cx:pt idx="9014">26.5</cx:pt>
          <cx:pt idx="9015">24</cx:pt>
          <cx:pt idx="9016">33.5</cx:pt>
          <cx:pt idx="9017">37</cx:pt>
          <cx:pt idx="9018">31.5</cx:pt>
          <cx:pt idx="9019">40</cx:pt>
          <cx:pt idx="9020">35</cx:pt>
          <cx:pt idx="9021">49.5</cx:pt>
          <cx:pt idx="9022">49.5</cx:pt>
          <cx:pt idx="9023">19.5</cx:pt>
          <cx:pt idx="9024">49</cx:pt>
          <cx:pt idx="9025">47</cx:pt>
          <cx:pt idx="9026">20.5</cx:pt>
          <cx:pt idx="9027">27.5</cx:pt>
          <cx:pt idx="9028">25</cx:pt>
          <cx:pt idx="9029">38.5</cx:pt>
          <cx:pt idx="9030">38.5</cx:pt>
          <cx:pt idx="9031">40</cx:pt>
          <cx:pt idx="9032">45</cx:pt>
          <cx:pt idx="9033">22</cx:pt>
          <cx:pt idx="9034">29</cx:pt>
          <cx:pt idx="9035">22.5</cx:pt>
          <cx:pt idx="9036">49.5</cx:pt>
          <cx:pt idx="9037">59</cx:pt>
          <cx:pt idx="9038">34</cx:pt>
          <cx:pt idx="9039">26</cx:pt>
          <cx:pt idx="9040">37</cx:pt>
          <cx:pt idx="9041">27</cx:pt>
          <cx:pt idx="9042">39.5</cx:pt>
          <cx:pt idx="9043">37</cx:pt>
          <cx:pt idx="9044">29</cx:pt>
          <cx:pt idx="9045">55</cx:pt>
          <cx:pt idx="9046">18</cx:pt>
          <cx:pt idx="9047">43</cx:pt>
          <cx:pt idx="9048">41</cx:pt>
          <cx:pt idx="9049">22.5</cx:pt>
          <cx:pt idx="9050">22</cx:pt>
          <cx:pt idx="9051">57.5</cx:pt>
          <cx:pt idx="9052">58</cx:pt>
          <cx:pt idx="9053">55.5</cx:pt>
          <cx:pt idx="9054">58.5</cx:pt>
          <cx:pt idx="9055">25.5</cx:pt>
          <cx:pt idx="9056">24</cx:pt>
          <cx:pt idx="9057">30.5</cx:pt>
          <cx:pt idx="9058">24</cx:pt>
          <cx:pt idx="9059">33</cx:pt>
          <cx:pt idx="9060">30</cx:pt>
          <cx:pt idx="9061">24.5</cx:pt>
          <cx:pt idx="9062">54.5</cx:pt>
          <cx:pt idx="9063">22</cx:pt>
          <cx:pt idx="9064">61.5</cx:pt>
          <cx:pt idx="9065">59.5</cx:pt>
          <cx:pt idx="9066">24.5</cx:pt>
          <cx:pt idx="9067">34</cx:pt>
          <cx:pt idx="9068">26</cx:pt>
          <cx:pt idx="9069">24</cx:pt>
          <cx:pt idx="9070">37</cx:pt>
          <cx:pt idx="9071">33</cx:pt>
          <cx:pt idx="9072">36</cx:pt>
          <cx:pt idx="9073">25.5</cx:pt>
          <cx:pt idx="9074">34.5</cx:pt>
          <cx:pt idx="9075">30.5</cx:pt>
          <cx:pt idx="9076">40</cx:pt>
          <cx:pt idx="9077">28.5</cx:pt>
          <cx:pt idx="9078">35</cx:pt>
          <cx:pt idx="9079">40</cx:pt>
          <cx:pt idx="9080">31</cx:pt>
          <cx:pt idx="9081">38.5</cx:pt>
          <cx:pt idx="9082">29</cx:pt>
          <cx:pt idx="9083">28</cx:pt>
          <cx:pt idx="9084">39.5</cx:pt>
          <cx:pt idx="9085">34</cx:pt>
          <cx:pt idx="9086">37.5</cx:pt>
          <cx:pt idx="9087">27</cx:pt>
          <cx:pt idx="9088">39</cx:pt>
          <cx:pt idx="9089">21</cx:pt>
          <cx:pt idx="9090">43</cx:pt>
          <cx:pt idx="9091">54</cx:pt>
          <cx:pt idx="9092">63.5</cx:pt>
          <cx:pt idx="9093">60</cx:pt>
          <cx:pt idx="9094">46.5</cx:pt>
          <cx:pt idx="9095">44</cx:pt>
          <cx:pt idx="9096">54</cx:pt>
          <cx:pt idx="9097">42.5</cx:pt>
          <cx:pt idx="9098">48</cx:pt>
          <cx:pt idx="9099">59</cx:pt>
          <cx:pt idx="9100">34.5</cx:pt>
          <cx:pt idx="9101">33.5</cx:pt>
          <cx:pt idx="9102">32.5</cx:pt>
          <cx:pt idx="9103">53</cx:pt>
          <cx:pt idx="9104">47</cx:pt>
          <cx:pt idx="9105">39</cx:pt>
          <cx:pt idx="9106">35</cx:pt>
          <cx:pt idx="9107">39</cx:pt>
          <cx:pt idx="9108">51.5</cx:pt>
          <cx:pt idx="9109">19</cx:pt>
          <cx:pt idx="9110">24</cx:pt>
          <cx:pt idx="9111">53.5</cx:pt>
          <cx:pt idx="9112">28.5</cx:pt>
          <cx:pt idx="9113">58</cx:pt>
          <cx:pt idx="9114">29</cx:pt>
          <cx:pt idx="9115">26</cx:pt>
          <cx:pt idx="9116">63.5</cx:pt>
          <cx:pt idx="9117">35.5</cx:pt>
          <cx:pt idx="9118">47</cx:pt>
          <cx:pt idx="9119">40.5</cx:pt>
          <cx:pt idx="9120">45</cx:pt>
          <cx:pt idx="9121">47</cx:pt>
          <cx:pt idx="9122">25</cx:pt>
          <cx:pt idx="9123">21.5</cx:pt>
          <cx:pt idx="9124">27</cx:pt>
          <cx:pt idx="9125">38.5</cx:pt>
          <cx:pt idx="9126">61.5</cx:pt>
          <cx:pt idx="9127">32.5</cx:pt>
          <cx:pt idx="9128">39</cx:pt>
          <cx:pt idx="9129">38</cx:pt>
          <cx:pt idx="9130">38</cx:pt>
          <cx:pt idx="9131">33</cx:pt>
          <cx:pt idx="9132">21.5</cx:pt>
          <cx:pt idx="9133">22</cx:pt>
          <cx:pt idx="9134">61.5</cx:pt>
          <cx:pt idx="9135">38.5</cx:pt>
          <cx:pt idx="9136">47</cx:pt>
          <cx:pt idx="9137">40.5</cx:pt>
          <cx:pt idx="9138">24</cx:pt>
          <cx:pt idx="9139">32</cx:pt>
          <cx:pt idx="9140">40</cx:pt>
          <cx:pt idx="9141">55.5</cx:pt>
          <cx:pt idx="9142">46.5</cx:pt>
          <cx:pt idx="9143">19.5</cx:pt>
          <cx:pt idx="9144">42.5</cx:pt>
          <cx:pt idx="9145">23</cx:pt>
          <cx:pt idx="9146">34.5</cx:pt>
          <cx:pt idx="9147">36</cx:pt>
          <cx:pt idx="9148">55</cx:pt>
          <cx:pt idx="9149">22</cx:pt>
          <cx:pt idx="9150">48.5</cx:pt>
          <cx:pt idx="9151">29.5</cx:pt>
          <cx:pt idx="9152">32</cx:pt>
          <cx:pt idx="9153">24</cx:pt>
          <cx:pt idx="9154">25.5</cx:pt>
          <cx:pt idx="9155">38.5</cx:pt>
          <cx:pt idx="9156">25.5</cx:pt>
          <cx:pt idx="9157">25</cx:pt>
          <cx:pt idx="9158">24</cx:pt>
          <cx:pt idx="9159">30</cx:pt>
          <cx:pt idx="9160">49.5</cx:pt>
          <cx:pt idx="9161">21.5</cx:pt>
          <cx:pt idx="9162">53.5</cx:pt>
          <cx:pt idx="9163">28.5</cx:pt>
          <cx:pt idx="9164">35</cx:pt>
          <cx:pt idx="9165">60.5</cx:pt>
          <cx:pt idx="9166">40.5</cx:pt>
          <cx:pt idx="9167">20</cx:pt>
          <cx:pt idx="9168">35</cx:pt>
          <cx:pt idx="9169">59.5</cx:pt>
          <cx:pt idx="9170">34</cx:pt>
          <cx:pt idx="9171">23.5</cx:pt>
          <cx:pt idx="9172">25.5</cx:pt>
          <cx:pt idx="9173">35.5</cx:pt>
          <cx:pt idx="9174">18</cx:pt>
          <cx:pt idx="9175">50</cx:pt>
          <cx:pt idx="9176">47.5</cx:pt>
          <cx:pt idx="9177">38.5</cx:pt>
          <cx:pt idx="9178">44.5</cx:pt>
          <cx:pt idx="9179">37.5</cx:pt>
          <cx:pt idx="9180">40</cx:pt>
          <cx:pt idx="9181">52.5</cx:pt>
          <cx:pt idx="9182">43.5</cx:pt>
          <cx:pt idx="9183">49</cx:pt>
          <cx:pt idx="9184">42.5</cx:pt>
          <cx:pt idx="9185">18.5</cx:pt>
          <cx:pt idx="9186">43.5</cx:pt>
          <cx:pt idx="9187">49.5</cx:pt>
          <cx:pt idx="9188">41</cx:pt>
          <cx:pt idx="9189">27.5</cx:pt>
          <cx:pt idx="9190">28.5</cx:pt>
          <cx:pt idx="9191">47.5</cx:pt>
          <cx:pt idx="9192">32</cx:pt>
          <cx:pt idx="9193">29.5</cx:pt>
          <cx:pt idx="9194">60</cx:pt>
          <cx:pt idx="9195">59.5</cx:pt>
          <cx:pt idx="9196">65</cx:pt>
          <cx:pt idx="9197">32</cx:pt>
          <cx:pt idx="9198">60.5</cx:pt>
          <cx:pt idx="9199">23</cx:pt>
          <cx:pt idx="9200">44.5</cx:pt>
          <cx:pt idx="9201">26.5</cx:pt>
          <cx:pt idx="9202">28.5</cx:pt>
          <cx:pt idx="9203">54</cx:pt>
          <cx:pt idx="9204">27</cx:pt>
          <cx:pt idx="9205">26.5</cx:pt>
          <cx:pt idx="9206">29</cx:pt>
          <cx:pt idx="9207">49</cx:pt>
          <cx:pt idx="9208">21</cx:pt>
          <cx:pt idx="9209">62</cx:pt>
          <cx:pt idx="9210">28</cx:pt>
          <cx:pt idx="9211">28</cx:pt>
          <cx:pt idx="9212">28</cx:pt>
          <cx:pt idx="9213">55.5</cx:pt>
          <cx:pt idx="9214">33</cx:pt>
          <cx:pt idx="9215">45.5</cx:pt>
          <cx:pt idx="9216">63.5</cx:pt>
          <cx:pt idx="9217">62</cx:pt>
          <cx:pt idx="9218">32.5</cx:pt>
          <cx:pt idx="9219">34.5</cx:pt>
          <cx:pt idx="9220">60</cx:pt>
          <cx:pt idx="9221">20.5</cx:pt>
          <cx:pt idx="9222">27.5</cx:pt>
          <cx:pt idx="9223">38</cx:pt>
          <cx:pt idx="9224">31.5</cx:pt>
          <cx:pt idx="9225">61.5</cx:pt>
          <cx:pt idx="9226">41</cx:pt>
          <cx:pt idx="9227">30.5</cx:pt>
          <cx:pt idx="9228">33.5</cx:pt>
          <cx:pt idx="9229">41</cx:pt>
          <cx:pt idx="9230">25</cx:pt>
          <cx:pt idx="9231">52</cx:pt>
          <cx:pt idx="9232">41.5</cx:pt>
          <cx:pt idx="9233">30</cx:pt>
          <cx:pt idx="9234">39</cx:pt>
          <cx:pt idx="9235">38</cx:pt>
          <cx:pt idx="9236">18.5</cx:pt>
          <cx:pt idx="9237">23</cx:pt>
          <cx:pt idx="9238">44</cx:pt>
          <cx:pt idx="9239">45.5</cx:pt>
          <cx:pt idx="9240">30.5</cx:pt>
          <cx:pt idx="9241">25</cx:pt>
          <cx:pt idx="9242">35.5</cx:pt>
          <cx:pt idx="9243">51</cx:pt>
          <cx:pt idx="9244">30.5</cx:pt>
          <cx:pt idx="9245">30</cx:pt>
          <cx:pt idx="9246">32</cx:pt>
          <cx:pt idx="9247">29</cx:pt>
          <cx:pt idx="9248">21</cx:pt>
          <cx:pt idx="9249">25</cx:pt>
          <cx:pt idx="9250">26</cx:pt>
          <cx:pt idx="9251">27</cx:pt>
          <cx:pt idx="9252">28</cx:pt>
          <cx:pt idx="9253">48</cx:pt>
          <cx:pt idx="9254">44</cx:pt>
          <cx:pt idx="9255">56</cx:pt>
          <cx:pt idx="9256">32</cx:pt>
          <cx:pt idx="9257">38</cx:pt>
          <cx:pt idx="9258">20.5</cx:pt>
          <cx:pt idx="9259">24.5</cx:pt>
          <cx:pt idx="9260">40.5</cx:pt>
          <cx:pt idx="9261">63.5</cx:pt>
          <cx:pt idx="9262">41</cx:pt>
          <cx:pt idx="9263">18.5</cx:pt>
          <cx:pt idx="9264">28</cx:pt>
          <cx:pt idx="9265">36.5</cx:pt>
          <cx:pt idx="9266">51</cx:pt>
          <cx:pt idx="9267">52</cx:pt>
          <cx:pt idx="9268">42</cx:pt>
          <cx:pt idx="9269">48.5</cx:pt>
          <cx:pt idx="9270">20.5</cx:pt>
          <cx:pt idx="9271">19.5</cx:pt>
          <cx:pt idx="9272">25</cx:pt>
          <cx:pt idx="9273">26.5</cx:pt>
          <cx:pt idx="9274">53.5</cx:pt>
          <cx:pt idx="9275">29</cx:pt>
          <cx:pt idx="9276">38</cx:pt>
          <cx:pt idx="9277">60.5</cx:pt>
          <cx:pt idx="9278">26.5</cx:pt>
          <cx:pt idx="9279">29.5</cx:pt>
          <cx:pt idx="9280">37.5</cx:pt>
          <cx:pt idx="9281">31</cx:pt>
          <cx:pt idx="9282">49.5</cx:pt>
          <cx:pt idx="9283">42</cx:pt>
          <cx:pt idx="9284">21</cx:pt>
          <cx:pt idx="9285">36.5</cx:pt>
          <cx:pt idx="9286">56</cx:pt>
          <cx:pt idx="9287">55</cx:pt>
          <cx:pt idx="9288">47.5</cx:pt>
          <cx:pt idx="9289">26</cx:pt>
          <cx:pt idx="9290">41</cx:pt>
          <cx:pt idx="9291">22</cx:pt>
          <cx:pt idx="9292">63.5</cx:pt>
          <cx:pt idx="9293">60</cx:pt>
          <cx:pt idx="9294">59.5</cx:pt>
          <cx:pt idx="9295">36.5</cx:pt>
          <cx:pt idx="9296">31</cx:pt>
          <cx:pt idx="9297">31</cx:pt>
          <cx:pt idx="9298">29.5</cx:pt>
          <cx:pt idx="9299">29</cx:pt>
          <cx:pt idx="9300">40</cx:pt>
          <cx:pt idx="9301">43</cx:pt>
          <cx:pt idx="9302">19.5</cx:pt>
          <cx:pt idx="9303">56</cx:pt>
          <cx:pt idx="9304">54</cx:pt>
          <cx:pt idx="9305">42.5</cx:pt>
          <cx:pt idx="9306">41</cx:pt>
          <cx:pt idx="9307">33.5</cx:pt>
          <cx:pt idx="9308">50.5</cx:pt>
          <cx:pt idx="9309">36.5</cx:pt>
          <cx:pt idx="9310">45.5</cx:pt>
          <cx:pt idx="9311">24.5</cx:pt>
          <cx:pt idx="9312">23.5</cx:pt>
          <cx:pt idx="9313">44</cx:pt>
          <cx:pt idx="9314">26</cx:pt>
          <cx:pt idx="9315">45</cx:pt>
          <cx:pt idx="9316">46.5</cx:pt>
          <cx:pt idx="9317">34</cx:pt>
          <cx:pt idx="9318">34.5</cx:pt>
          <cx:pt idx="9319">26.5</cx:pt>
          <cx:pt idx="9320">29.5</cx:pt>
          <cx:pt idx="9321">29</cx:pt>
          <cx:pt idx="9322">31.5</cx:pt>
          <cx:pt idx="9323">30</cx:pt>
          <cx:pt idx="9324">59.5</cx:pt>
          <cx:pt idx="9325">32.5</cx:pt>
          <cx:pt idx="9326">34</cx:pt>
          <cx:pt idx="9327">26</cx:pt>
          <cx:pt idx="9328">24.5</cx:pt>
          <cx:pt idx="9329">36.5</cx:pt>
          <cx:pt idx="9330">37</cx:pt>
          <cx:pt idx="9331">18.5</cx:pt>
          <cx:pt idx="9332">59</cx:pt>
          <cx:pt idx="9333">57.5</cx:pt>
          <cx:pt idx="9334">25</cx:pt>
          <cx:pt idx="9335">25</cx:pt>
          <cx:pt idx="9336">28.5</cx:pt>
          <cx:pt idx="9337">59</cx:pt>
          <cx:pt idx="9338">23.5</cx:pt>
          <cx:pt idx="9339">57.5</cx:pt>
          <cx:pt idx="9340">52.5</cx:pt>
          <cx:pt idx="9341">42.5</cx:pt>
          <cx:pt idx="9342">59</cx:pt>
          <cx:pt idx="9343">33</cx:pt>
          <cx:pt idx="9344">62.5</cx:pt>
          <cx:pt idx="9345">18</cx:pt>
          <cx:pt idx="9346">61.5</cx:pt>
          <cx:pt idx="9347">65</cx:pt>
          <cx:pt idx="9348">29.5</cx:pt>
          <cx:pt idx="9349">28</cx:pt>
          <cx:pt idx="9350">30</cx:pt>
          <cx:pt idx="9351">23</cx:pt>
          <cx:pt idx="9352">27</cx:pt>
          <cx:pt idx="9353">37</cx:pt>
          <cx:pt idx="9354">33.5</cx:pt>
          <cx:pt idx="9355">46</cx:pt>
          <cx:pt idx="9356">46</cx:pt>
          <cx:pt idx="9357">24</cx:pt>
          <cx:pt idx="9358">51.5</cx:pt>
          <cx:pt idx="9359">63.5</cx:pt>
          <cx:pt idx="9360">56.5</cx:pt>
          <cx:pt idx="9361">50.5</cx:pt>
          <cx:pt idx="9362">24.5</cx:pt>
          <cx:pt idx="9363">28.5</cx:pt>
          <cx:pt idx="9364">46</cx:pt>
          <cx:pt idx="9365">44</cx:pt>
          <cx:pt idx="9366">39</cx:pt>
          <cx:pt idx="9367">47.5</cx:pt>
          <cx:pt idx="9368">24</cx:pt>
          <cx:pt idx="9369">37</cx:pt>
          <cx:pt idx="9370">39</cx:pt>
          <cx:pt idx="9371">35</cx:pt>
          <cx:pt idx="9372">38</cx:pt>
          <cx:pt idx="9373">38.5</cx:pt>
          <cx:pt idx="9374">29</cx:pt>
          <cx:pt idx="9375">48.5</cx:pt>
          <cx:pt idx="9376">29.5</cx:pt>
          <cx:pt idx="9377">35</cx:pt>
          <cx:pt idx="9378">45</cx:pt>
          <cx:pt idx="9379">41.5</cx:pt>
          <cx:pt idx="9380">23.5</cx:pt>
          <cx:pt idx="9381">21.5</cx:pt>
          <cx:pt idx="9382">51.5</cx:pt>
          <cx:pt idx="9383">29</cx:pt>
          <cx:pt idx="9384">25</cx:pt>
          <cx:pt idx="9385">29.5</cx:pt>
          <cx:pt idx="9386">27.5</cx:pt>
          <cx:pt idx="9387">35</cx:pt>
          <cx:pt idx="9388">30</cx:pt>
          <cx:pt idx="9389">54.5</cx:pt>
          <cx:pt idx="9390">54</cx:pt>
          <cx:pt idx="9391">34.5</cx:pt>
          <cx:pt idx="9392">35.5</cx:pt>
          <cx:pt idx="9393">42.5</cx:pt>
          <cx:pt idx="9394">30</cx:pt>
          <cx:pt idx="9395">29</cx:pt>
          <cx:pt idx="9396">47</cx:pt>
          <cx:pt idx="9397">47.5</cx:pt>
          <cx:pt idx="9398">37.5</cx:pt>
          <cx:pt idx="9399">18</cx:pt>
          <cx:pt idx="9400">64</cx:pt>
          <cx:pt idx="9401">62.5</cx:pt>
          <cx:pt idx="9402">37</cx:pt>
          <cx:pt idx="9403">36</cx:pt>
          <cx:pt idx="9404">27</cx:pt>
          <cx:pt idx="9405">25.5</cx:pt>
          <cx:pt idx="9406">25</cx:pt>
          <cx:pt idx="9407">47.5</cx:pt>
          <cx:pt idx="9408">44.5</cx:pt>
          <cx:pt idx="9409">62</cx:pt>
          <cx:pt idx="9410">37</cx:pt>
          <cx:pt idx="9411">25</cx:pt>
          <cx:pt idx="9412">33.5</cx:pt>
          <cx:pt idx="9413">47</cx:pt>
          <cx:pt idx="9414">41</cx:pt>
          <cx:pt idx="9415">19.5</cx:pt>
          <cx:pt idx="9416">34.5</cx:pt>
          <cx:pt idx="9417">35</cx:pt>
          <cx:pt idx="9418">47</cx:pt>
          <cx:pt idx="9419">49.5</cx:pt>
          <cx:pt idx="9420">26</cx:pt>
          <cx:pt idx="9421">50.5</cx:pt>
          <cx:pt idx="9422">49.5</cx:pt>
          <cx:pt idx="9423">38.5</cx:pt>
          <cx:pt idx="9424">23.5</cx:pt>
          <cx:pt idx="9425">29.5</cx:pt>
          <cx:pt idx="9426">39.5</cx:pt>
          <cx:pt idx="9427">22.5</cx:pt>
          <cx:pt idx="9428">23</cx:pt>
          <cx:pt idx="9429">43</cx:pt>
          <cx:pt idx="9430">44.5</cx:pt>
          <cx:pt idx="9431">19.5</cx:pt>
          <cx:pt idx="9432">32</cx:pt>
          <cx:pt idx="9433">22.5</cx:pt>
          <cx:pt idx="9434">55</cx:pt>
          <cx:pt idx="9435">42.5</cx:pt>
          <cx:pt idx="9436">19.5</cx:pt>
          <cx:pt idx="9437">28.5</cx:pt>
          <cx:pt idx="9438">51</cx:pt>
          <cx:pt idx="9439">31.5</cx:pt>
          <cx:pt idx="9440">29.5</cx:pt>
          <cx:pt idx="9441">43.5</cx:pt>
          <cx:pt idx="9442">44</cx:pt>
          <cx:pt idx="9443">22.5</cx:pt>
          <cx:pt idx="9444">43.5</cx:pt>
          <cx:pt idx="9445">62</cx:pt>
          <cx:pt idx="9446">41</cx:pt>
          <cx:pt idx="9447">51</cx:pt>
          <cx:pt idx="9448">23.5</cx:pt>
          <cx:pt idx="9449">45.5</cx:pt>
          <cx:pt idx="9450">28</cx:pt>
          <cx:pt idx="9451">27.5</cx:pt>
          <cx:pt idx="9452">33.5</cx:pt>
          <cx:pt idx="9453">54</cx:pt>
          <cx:pt idx="9454">30.5</cx:pt>
          <cx:pt idx="9455">37.5</cx:pt>
          <cx:pt idx="9456">18.5</cx:pt>
          <cx:pt idx="9457">49.5</cx:pt>
          <cx:pt idx="9458">45.5</cx:pt>
          <cx:pt idx="9459">60.5</cx:pt>
          <cx:pt idx="9460">29.5</cx:pt>
          <cx:pt idx="9461">32.5</cx:pt>
          <cx:pt idx="9462">64.5</cx:pt>
          <cx:pt idx="9463">33.5</cx:pt>
          <cx:pt idx="9464">65</cx:pt>
          <cx:pt idx="9465">39</cx:pt>
          <cx:pt idx="9466">28</cx:pt>
          <cx:pt idx="9467">44.5</cx:pt>
          <cx:pt idx="9468">38</cx:pt>
          <cx:pt idx="9469">34</cx:pt>
          <cx:pt idx="9470">22</cx:pt>
          <cx:pt idx="9471">35</cx:pt>
          <cx:pt idx="9472">40</cx:pt>
          <cx:pt idx="9473">22</cx:pt>
          <cx:pt idx="9474">61.5</cx:pt>
          <cx:pt idx="9475">63.5</cx:pt>
          <cx:pt idx="9476">43.5</cx:pt>
          <cx:pt idx="9477">41</cx:pt>
          <cx:pt idx="9478">26</cx:pt>
          <cx:pt idx="9479">40</cx:pt>
          <cx:pt idx="9480">40.5</cx:pt>
          <cx:pt idx="9481">19</cx:pt>
          <cx:pt idx="9482">30.5</cx:pt>
          <cx:pt idx="9483">62</cx:pt>
          <cx:pt idx="9484">58.5</cx:pt>
          <cx:pt idx="9485">35</cx:pt>
          <cx:pt idx="9486">38</cx:pt>
          <cx:pt idx="9487">18</cx:pt>
          <cx:pt idx="9488">27</cx:pt>
          <cx:pt idx="9489">47</cx:pt>
          <cx:pt idx="9490">48.5</cx:pt>
          <cx:pt idx="9491">62.5</cx:pt>
          <cx:pt idx="9492">37.5</cx:pt>
          <cx:pt idx="9493">29.5</cx:pt>
          <cx:pt idx="9494">29.5</cx:pt>
          <cx:pt idx="9495">29</cx:pt>
          <cx:pt idx="9496">32</cx:pt>
          <cx:pt idx="9497">33.5</cx:pt>
          <cx:pt idx="9498">56</cx:pt>
          <cx:pt idx="9499">36.5</cx:pt>
          <cx:pt idx="9500">25</cx:pt>
          <cx:pt idx="9501">23</cx:pt>
          <cx:pt idx="9502">46</cx:pt>
          <cx:pt idx="9503">27</cx:pt>
          <cx:pt idx="9504">36.5</cx:pt>
          <cx:pt idx="9505">36.5</cx:pt>
          <cx:pt idx="9506">31</cx:pt>
          <cx:pt idx="9507">39.5</cx:pt>
          <cx:pt idx="9508">33</cx:pt>
          <cx:pt idx="9509">41</cx:pt>
          <cx:pt idx="9510">21.5</cx:pt>
          <cx:pt idx="9511">62</cx:pt>
          <cx:pt idx="9512">35.5</cx:pt>
          <cx:pt idx="9513">42</cx:pt>
          <cx:pt idx="9514">58.5</cx:pt>
          <cx:pt idx="9515">22.5</cx:pt>
          <cx:pt idx="9516">30.5</cx:pt>
          <cx:pt idx="9517">29.5</cx:pt>
          <cx:pt idx="9518">32.5</cx:pt>
          <cx:pt idx="9519">29</cx:pt>
          <cx:pt idx="9520">22.5</cx:pt>
          <cx:pt idx="9521">26.5</cx:pt>
          <cx:pt idx="9522">28.5</cx:pt>
          <cx:pt idx="9523">38</cx:pt>
          <cx:pt idx="9524">34</cx:pt>
          <cx:pt idx="9525">18</cx:pt>
          <cx:pt idx="9526">59</cx:pt>
          <cx:pt idx="9527">52</cx:pt>
          <cx:pt idx="9528">22.5</cx:pt>
          <cx:pt idx="9529">24.5</cx:pt>
          <cx:pt idx="9530">23.5</cx:pt>
          <cx:pt idx="9531">39</cx:pt>
          <cx:pt idx="9532">57.5</cx:pt>
          <cx:pt idx="9533">57.5</cx:pt>
          <cx:pt idx="9534">61.5</cx:pt>
          <cx:pt idx="9535">63.5</cx:pt>
          <cx:pt idx="9536">28.5</cx:pt>
          <cx:pt idx="9537">35</cx:pt>
          <cx:pt idx="9538">22</cx:pt>
          <cx:pt idx="9539">29</cx:pt>
          <cx:pt idx="9540">33.5</cx:pt>
          <cx:pt idx="9541">19</cx:pt>
          <cx:pt idx="9542">56.5</cx:pt>
          <cx:pt idx="9543">62.5</cx:pt>
          <cx:pt idx="9544">64</cx:pt>
          <cx:pt idx="9545">37</cx:pt>
          <cx:pt idx="9546">33.5</cx:pt>
          <cx:pt idx="9547">43.5</cx:pt>
          <cx:pt idx="9548">48.5</cx:pt>
          <cx:pt idx="9549">22.5</cx:pt>
          <cx:pt idx="9550">48.5</cx:pt>
          <cx:pt idx="9551">53.5</cx:pt>
          <cx:pt idx="9552">29</cx:pt>
          <cx:pt idx="9553">44.5</cx:pt>
          <cx:pt idx="9554">42</cx:pt>
          <cx:pt idx="9555">18.5</cx:pt>
          <cx:pt idx="9556">51.5</cx:pt>
          <cx:pt idx="9557">25</cx:pt>
          <cx:pt idx="9558">25.5</cx:pt>
          <cx:pt idx="9559">51</cx:pt>
          <cx:pt idx="9560">32</cx:pt>
          <cx:pt idx="9561">55</cx:pt>
          <cx:pt idx="9562">22</cx:pt>
          <cx:pt idx="9563">55</cx:pt>
          <cx:pt idx="9564">22.5</cx:pt>
          <cx:pt idx="9565">26</cx:pt>
          <cx:pt idx="9566">47.5</cx:pt>
          <cx:pt idx="9567">22.5</cx:pt>
          <cx:pt idx="9568">29.5</cx:pt>
          <cx:pt idx="9569">33</cx:pt>
          <cx:pt idx="9570">35.5</cx:pt>
          <cx:pt idx="9571">43.5</cx:pt>
          <cx:pt idx="9572">47</cx:pt>
          <cx:pt idx="9573">22.5</cx:pt>
          <cx:pt idx="9574">40.5</cx:pt>
          <cx:pt idx="9575">41</cx:pt>
          <cx:pt idx="9576">47</cx:pt>
          <cx:pt idx="9577">28</cx:pt>
          <cx:pt idx="9578">37</cx:pt>
          <cx:pt idx="9579">28</cx:pt>
          <cx:pt idx="9580">18.5</cx:pt>
          <cx:pt idx="9581">46.5</cx:pt>
          <cx:pt idx="9582">56.5</cx:pt>
          <cx:pt idx="9583">25.5</cx:pt>
          <cx:pt idx="9584">34</cx:pt>
          <cx:pt idx="9585">20.5</cx:pt>
          <cx:pt idx="9586">26.5</cx:pt>
          <cx:pt idx="9587">56.5</cx:pt>
          <cx:pt idx="9588">45.5</cx:pt>
          <cx:pt idx="9589">47</cx:pt>
          <cx:pt idx="9590">45.5</cx:pt>
          <cx:pt idx="9591">22.5</cx:pt>
          <cx:pt idx="9592">42</cx:pt>
          <cx:pt idx="9593">44</cx:pt>
          <cx:pt idx="9594">26</cx:pt>
          <cx:pt idx="9595">28</cx:pt>
          <cx:pt idx="9596">22</cx:pt>
          <cx:pt idx="9597">31.5</cx:pt>
          <cx:pt idx="9598">29</cx:pt>
          <cx:pt idx="9599">38.5</cx:pt>
          <cx:pt idx="9600">34</cx:pt>
          <cx:pt idx="9601">24.5</cx:pt>
          <cx:pt idx="9602">37.5</cx:pt>
          <cx:pt idx="9603">41</cx:pt>
          <cx:pt idx="9604">42</cx:pt>
          <cx:pt idx="9605">21.5</cx:pt>
          <cx:pt idx="9606">34.5</cx:pt>
          <cx:pt idx="9607">36.5</cx:pt>
          <cx:pt idx="9608">36</cx:pt>
          <cx:pt idx="9609">37.5</cx:pt>
          <cx:pt idx="9610">36</cx:pt>
          <cx:pt idx="9611">39</cx:pt>
          <cx:pt idx="9612">60.5</cx:pt>
          <cx:pt idx="9613">42</cx:pt>
          <cx:pt idx="9614">36.5</cx:pt>
          <cx:pt idx="9615">36</cx:pt>
          <cx:pt idx="9616">30</cx:pt>
          <cx:pt idx="9617">26.5</cx:pt>
          <cx:pt idx="9618">41</cx:pt>
          <cx:pt idx="9619">18</cx:pt>
          <cx:pt idx="9620">46</cx:pt>
          <cx:pt idx="9621">22</cx:pt>
          <cx:pt idx="9622">56.5</cx:pt>
          <cx:pt idx="9623">47</cx:pt>
          <cx:pt idx="9624">58.5</cx:pt>
          <cx:pt idx="9625">51.5</cx:pt>
          <cx:pt idx="9626">26</cx:pt>
          <cx:pt idx="9627">35.5</cx:pt>
          <cx:pt idx="9628">23</cx:pt>
          <cx:pt idx="9629">62</cx:pt>
          <cx:pt idx="9630">42</cx:pt>
          <cx:pt idx="9631">47</cx:pt>
          <cx:pt idx="9632">18</cx:pt>
          <cx:pt idx="9633">42.5</cx:pt>
          <cx:pt idx="9634">33</cx:pt>
          <cx:pt idx="9635">47</cx:pt>
          <cx:pt idx="9636">38.5</cx:pt>
          <cx:pt idx="9637">29.5</cx:pt>
          <cx:pt idx="9638">33.5</cx:pt>
          <cx:pt idx="9639">28.5</cx:pt>
          <cx:pt idx="9640">36.5</cx:pt>
          <cx:pt idx="9641">56</cx:pt>
          <cx:pt idx="9642">54</cx:pt>
          <cx:pt idx="9643">25</cx:pt>
          <cx:pt idx="9644">18.5</cx:pt>
          <cx:pt idx="9645">45.5</cx:pt>
          <cx:pt idx="9646">52</cx:pt>
          <cx:pt idx="9647">25</cx:pt>
          <cx:pt idx="9648">22.5</cx:pt>
          <cx:pt idx="9649">29</cx:pt>
          <cx:pt idx="9650">45.5</cx:pt>
          <cx:pt idx="9651">44.5</cx:pt>
          <cx:pt idx="9652">52</cx:pt>
          <cx:pt idx="9653">22.5</cx:pt>
          <cx:pt idx="9654">39.5</cx:pt>
          <cx:pt idx="9655">55</cx:pt>
          <cx:pt idx="9656">40</cx:pt>
          <cx:pt idx="9657">47</cx:pt>
          <cx:pt idx="9658">36</cx:pt>
          <cx:pt idx="9659">40.5</cx:pt>
          <cx:pt idx="9660">41</cx:pt>
          <cx:pt idx="9661">22.5</cx:pt>
          <cx:pt idx="9662">39</cx:pt>
          <cx:pt idx="9663">18.5</cx:pt>
          <cx:pt idx="9664">37</cx:pt>
          <cx:pt idx="9665">46</cx:pt>
          <cx:pt idx="9666">47</cx:pt>
          <cx:pt idx="9667">27.5</cx:pt>
          <cx:pt idx="9668">47.5</cx:pt>
          <cx:pt idx="9669">33.5</cx:pt>
          <cx:pt idx="9670">60.5</cx:pt>
          <cx:pt idx="9671">40.5</cx:pt>
          <cx:pt idx="9672">34.5</cx:pt>
          <cx:pt idx="9673">53</cx:pt>
          <cx:pt idx="9674">49</cx:pt>
          <cx:pt idx="9675">27</cx:pt>
          <cx:pt idx="9676">26.5</cx:pt>
          <cx:pt idx="9677">32</cx:pt>
          <cx:pt idx="9678">34.5</cx:pt>
          <cx:pt idx="9679">55</cx:pt>
          <cx:pt idx="9680">28</cx:pt>
          <cx:pt idx="9681">54</cx:pt>
          <cx:pt idx="9682">28.5</cx:pt>
          <cx:pt idx="9683">42.5</cx:pt>
          <cx:pt idx="9684">55.5</cx:pt>
          <cx:pt idx="9685">27.5</cx:pt>
          <cx:pt idx="9686">29</cx:pt>
          <cx:pt idx="9687">37</cx:pt>
          <cx:pt idx="9688">64</cx:pt>
          <cx:pt idx="9689">28</cx:pt>
          <cx:pt idx="9690">48</cx:pt>
          <cx:pt idx="9691">19</cx:pt>
          <cx:pt idx="9692">36.5</cx:pt>
          <cx:pt idx="9693">58.5</cx:pt>
          <cx:pt idx="9694">21.5</cx:pt>
          <cx:pt idx="9695">54.5</cx:pt>
          <cx:pt idx="9696">57</cx:pt>
          <cx:pt idx="9697">43</cx:pt>
          <cx:pt idx="9698">38</cx:pt>
          <cx:pt idx="9699">52.5</cx:pt>
          <cx:pt idx="9700">24.5</cx:pt>
          <cx:pt idx="9701">29</cx:pt>
          <cx:pt idx="9702">24</cx:pt>
          <cx:pt idx="9703">47</cx:pt>
          <cx:pt idx="9704">27.5</cx:pt>
          <cx:pt idx="9705">21</cx:pt>
          <cx:pt idx="9706">30</cx:pt>
          <cx:pt idx="9707">28</cx:pt>
          <cx:pt idx="9708">64.5</cx:pt>
          <cx:pt idx="9709">45.5</cx:pt>
          <cx:pt idx="9710">39.5</cx:pt>
          <cx:pt idx="9711">28</cx:pt>
          <cx:pt idx="9712">49.5</cx:pt>
          <cx:pt idx="9713">51</cx:pt>
          <cx:pt idx="9714">20.5</cx:pt>
          <cx:pt idx="9715">24.5</cx:pt>
          <cx:pt idx="9716">23.5</cx:pt>
          <cx:pt idx="9717">52</cx:pt>
          <cx:pt idx="9718">23.5</cx:pt>
          <cx:pt idx="9719">32.5</cx:pt>
          <cx:pt idx="9720">32</cx:pt>
          <cx:pt idx="9721">58</cx:pt>
          <cx:pt idx="9722">56.5</cx:pt>
          <cx:pt idx="9723">31</cx:pt>
          <cx:pt idx="9724">40</cx:pt>
          <cx:pt idx="9725">26.5</cx:pt>
          <cx:pt idx="9726">24</cx:pt>
          <cx:pt idx="9727">54.5</cx:pt>
          <cx:pt idx="9728">28.5</cx:pt>
          <cx:pt idx="9729">30.5</cx:pt>
          <cx:pt idx="9730">53</cx:pt>
          <cx:pt idx="9731">50.5</cx:pt>
          <cx:pt idx="9732">31.5</cx:pt>
          <cx:pt idx="9733">30</cx:pt>
          <cx:pt idx="9734">34</cx:pt>
          <cx:pt idx="9735">41</cx:pt>
          <cx:pt idx="9736">48</cx:pt>
          <cx:pt idx="9737">24</cx:pt>
          <cx:pt idx="9738">44.5</cx:pt>
          <cx:pt idx="9739">37.5</cx:pt>
          <cx:pt idx="9740">61</cx:pt>
          <cx:pt idx="9741">19.5</cx:pt>
          <cx:pt idx="9742">31.5</cx:pt>
          <cx:pt idx="9743">26</cx:pt>
          <cx:pt idx="9744">26.5</cx:pt>
          <cx:pt idx="9745">33</cx:pt>
          <cx:pt idx="9746">27</cx:pt>
          <cx:pt idx="9747">28.5</cx:pt>
          <cx:pt idx="9748">33</cx:pt>
          <cx:pt idx="9749">59.5</cx:pt>
          <cx:pt idx="9750">56.5</cx:pt>
          <cx:pt idx="9751">37</cx:pt>
          <cx:pt idx="9752">37.5</cx:pt>
          <cx:pt idx="9753">57</cx:pt>
          <cx:pt idx="9754">63.5</cx:pt>
          <cx:pt idx="9755">63</cx:pt>
          <cx:pt idx="9756">63</cx:pt>
          <cx:pt idx="9757">56</cx:pt>
          <cx:pt idx="9758">62.5</cx:pt>
          <cx:pt idx="9759">30.5</cx:pt>
          <cx:pt idx="9760">27.5</cx:pt>
          <cx:pt idx="9761">60.5</cx:pt>
          <cx:pt idx="9762">59</cx:pt>
          <cx:pt idx="9763">42.5</cx:pt>
          <cx:pt idx="9764">30</cx:pt>
          <cx:pt idx="9765">36</cx:pt>
          <cx:pt idx="9766">56</cx:pt>
          <cx:pt idx="9767">54</cx:pt>
          <cx:pt idx="9768">35</cx:pt>
          <cx:pt idx="9769">42</cx:pt>
          <cx:pt idx="9770">39</cx:pt>
          <cx:pt idx="9771">40</cx:pt>
          <cx:pt idx="9772">23.5</cx:pt>
          <cx:pt idx="9773">22</cx:pt>
          <cx:pt idx="9774">33</cx:pt>
          <cx:pt idx="9775">28.5</cx:pt>
          <cx:pt idx="9776">33</cx:pt>
          <cx:pt idx="9777">55.5</cx:pt>
          <cx:pt idx="9778">52.5</cx:pt>
          <cx:pt idx="9779">29</cx:pt>
          <cx:pt idx="9780">29</cx:pt>
          <cx:pt idx="9781">28.5</cx:pt>
          <cx:pt idx="9782">55</cx:pt>
          <cx:pt idx="9783">32.5</cx:pt>
          <cx:pt idx="9784">28.5</cx:pt>
          <cx:pt idx="9785">29.5</cx:pt>
          <cx:pt idx="9786">58.5</cx:pt>
          <cx:pt idx="9787">36</cx:pt>
          <cx:pt idx="9788">34</cx:pt>
          <cx:pt idx="9789">26.5</cx:pt>
          <cx:pt idx="9790">43.5</cx:pt>
          <cx:pt idx="9791">22</cx:pt>
          <cx:pt idx="9792">23</cx:pt>
          <cx:pt idx="9793">20.5</cx:pt>
          <cx:pt idx="9794">34</cx:pt>
          <cx:pt idx="9795">59.5</cx:pt>
          <cx:pt idx="9796">55</cx:pt>
          <cx:pt idx="9797">24</cx:pt>
          <cx:pt idx="9798">25</cx:pt>
          <cx:pt idx="9799">24</cx:pt>
          <cx:pt idx="9800">19.5</cx:pt>
          <cx:pt idx="9801">29.5</cx:pt>
          <cx:pt idx="9802">27</cx:pt>
          <cx:pt idx="9803">39</cx:pt>
          <cx:pt idx="9804">24</cx:pt>
          <cx:pt idx="9805">22.5</cx:pt>
          <cx:pt idx="9806">24.5</cx:pt>
          <cx:pt idx="9807">30.5</cx:pt>
          <cx:pt idx="9808">26.5</cx:pt>
          <cx:pt idx="9809">51.5</cx:pt>
          <cx:pt idx="9810">58</cx:pt>
          <cx:pt idx="9811">26.5</cx:pt>
          <cx:pt idx="9812">41</cx:pt>
          <cx:pt idx="9813">22</cx:pt>
          <cx:pt idx="9814">40.5</cx:pt>
          <cx:pt idx="9815">26.5</cx:pt>
          <cx:pt idx="9816">28</cx:pt>
          <cx:pt idx="9817">22.5</cx:pt>
          <cx:pt idx="9818">33.5</cx:pt>
          <cx:pt idx="9819">30.5</cx:pt>
          <cx:pt idx="9820">57</cx:pt>
          <cx:pt idx="9821">32</cx:pt>
          <cx:pt idx="9822">41.5</cx:pt>
          <cx:pt idx="9823">62.5</cx:pt>
          <cx:pt idx="9824">23.5</cx:pt>
          <cx:pt idx="9825">29</cx:pt>
          <cx:pt idx="9826">36.5</cx:pt>
          <cx:pt idx="9827">46</cx:pt>
          <cx:pt idx="9828">38</cx:pt>
          <cx:pt idx="9829">55</cx:pt>
          <cx:pt idx="9830">25.5</cx:pt>
          <cx:pt idx="9831">28.5</cx:pt>
          <cx:pt idx="9832">48.5</cx:pt>
          <cx:pt idx="9833">26.5</cx:pt>
          <cx:pt idx="9834">23</cx:pt>
          <cx:pt idx="9835">23</cx:pt>
          <cx:pt idx="9836">45.5</cx:pt>
          <cx:pt idx="9837">51</cx:pt>
          <cx:pt idx="9838">54.5</cx:pt>
          <cx:pt idx="9839">62</cx:pt>
          <cx:pt idx="9840">54</cx:pt>
          <cx:pt idx="9841">55.5</cx:pt>
          <cx:pt idx="9842">34</cx:pt>
          <cx:pt idx="9843">28</cx:pt>
          <cx:pt idx="9844">25</cx:pt>
          <cx:pt idx="9845">21</cx:pt>
          <cx:pt idx="9846">41.5</cx:pt>
          <cx:pt idx="9847">35.5</cx:pt>
          <cx:pt idx="9848">46.5</cx:pt>
          <cx:pt idx="9849">29.5</cx:pt>
          <cx:pt idx="9850">31.5</cx:pt>
          <cx:pt idx="9851">54</cx:pt>
          <cx:pt idx="9852">23.5</cx:pt>
          <cx:pt idx="9853">59</cx:pt>
          <cx:pt idx="9854">44.5</cx:pt>
          <cx:pt idx="9855">21</cx:pt>
          <cx:pt idx="9856">57</cx:pt>
          <cx:pt idx="9857">20</cx:pt>
          <cx:pt idx="9858">23.5</cx:pt>
          <cx:pt idx="9859">44</cx:pt>
          <cx:pt idx="9860">31.5</cx:pt>
          <cx:pt idx="9861">27.5</cx:pt>
          <cx:pt idx="9862">46.5</cx:pt>
          <cx:pt idx="9863">20.5</cx:pt>
          <cx:pt idx="9864">31.5</cx:pt>
          <cx:pt idx="9865">31.5</cx:pt>
          <cx:pt idx="9866">30</cx:pt>
          <cx:pt idx="9867">34</cx:pt>
          <cx:pt idx="9868">34.5</cx:pt>
          <cx:pt idx="9869">22.5</cx:pt>
          <cx:pt idx="9870">23</cx:pt>
          <cx:pt idx="9871">47.5</cx:pt>
          <cx:pt idx="9872">53</cx:pt>
          <cx:pt idx="9873">22</cx:pt>
          <cx:pt idx="9874">23.5</cx:pt>
          <cx:pt idx="9875">54</cx:pt>
          <cx:pt idx="9876">29.5</cx:pt>
          <cx:pt idx="9877">25.5</cx:pt>
          <cx:pt idx="9878">61.5</cx:pt>
          <cx:pt idx="9879">30.5</cx:pt>
          <cx:pt idx="9880">32.5</cx:pt>
          <cx:pt idx="9881">42.5</cx:pt>
          <cx:pt idx="9882">43</cx:pt>
          <cx:pt idx="9883">63</cx:pt>
          <cx:pt idx="9884">27.5</cx:pt>
          <cx:pt idx="9885">47</cx:pt>
          <cx:pt idx="9886">44.5</cx:pt>
          <cx:pt idx="9887">22</cx:pt>
          <cx:pt idx="9888">45</cx:pt>
          <cx:pt idx="9889">51.5</cx:pt>
          <cx:pt idx="9890">52</cx:pt>
          <cx:pt idx="9891">38</cx:pt>
          <cx:pt idx="9892">40</cx:pt>
          <cx:pt idx="9893">39</cx:pt>
          <cx:pt idx="9894">35</cx:pt>
          <cx:pt idx="9895">41.5</cx:pt>
          <cx:pt idx="9896">43.5</cx:pt>
          <cx:pt idx="9897">20.5</cx:pt>
          <cx:pt idx="9898">42.5</cx:pt>
          <cx:pt idx="9899">40</cx:pt>
          <cx:pt idx="9900">19</cx:pt>
          <cx:pt idx="9901">29</cx:pt>
          <cx:pt idx="9902">24</cx:pt>
          <cx:pt idx="9903">23</cx:pt>
          <cx:pt idx="9904">25.5</cx:pt>
          <cx:pt idx="9905">29</cx:pt>
          <cx:pt idx="9906">53.5</cx:pt>
          <cx:pt idx="9907">62</cx:pt>
          <cx:pt idx="9908">63.5</cx:pt>
          <cx:pt idx="9909">27.5</cx:pt>
          <cx:pt idx="9910">45.5</cx:pt>
          <cx:pt idx="9911">52.5</cx:pt>
          <cx:pt idx="9912">22.5</cx:pt>
          <cx:pt idx="9913">40.5</cx:pt>
          <cx:pt idx="9914">38.5</cx:pt>
          <cx:pt idx="9915">38</cx:pt>
          <cx:pt idx="9916">60.5</cx:pt>
          <cx:pt idx="9917">29</cx:pt>
          <cx:pt idx="9918">26.5</cx:pt>
          <cx:pt idx="9919">57.5</cx:pt>
          <cx:pt idx="9920">32</cx:pt>
          <cx:pt idx="9921">34</cx:pt>
          <cx:pt idx="9922">28</cx:pt>
          <cx:pt idx="9923">26.5</cx:pt>
          <cx:pt idx="9924">59.5</cx:pt>
          <cx:pt idx="9925">60.5</cx:pt>
          <cx:pt idx="9926">50</cx:pt>
          <cx:pt idx="9927">29</cx:pt>
          <cx:pt idx="9928">25</cx:pt>
          <cx:pt idx="9929">26.5</cx:pt>
          <cx:pt idx="9930">38</cx:pt>
          <cx:pt idx="9931">32.5</cx:pt>
          <cx:pt idx="9932">37</cx:pt>
          <cx:pt idx="9933">34</cx:pt>
          <cx:pt idx="9934">34.5</cx:pt>
          <cx:pt idx="9935">43.5</cx:pt>
          <cx:pt idx="9936">24</cx:pt>
          <cx:pt idx="9937">35.5</cx:pt>
          <cx:pt idx="9938">25</cx:pt>
          <cx:pt idx="9939">55.5</cx:pt>
          <cx:pt idx="9940">58.5</cx:pt>
          <cx:pt idx="9941">52.5</cx:pt>
          <cx:pt idx="9942">52.5</cx:pt>
          <cx:pt idx="9943">29</cx:pt>
          <cx:pt idx="9944">25</cx:pt>
          <cx:pt idx="9945">52.5</cx:pt>
          <cx:pt idx="9946">28</cx:pt>
          <cx:pt idx="9947">23.5</cx:pt>
          <cx:pt idx="9948">61</cx:pt>
          <cx:pt idx="9949">19.5</cx:pt>
          <cx:pt idx="9950">51</cx:pt>
          <cx:pt idx="9951">64</cx:pt>
          <cx:pt idx="9952">64.5</cx:pt>
          <cx:pt idx="9953">37</cx:pt>
          <cx:pt idx="9954">39</cx:pt>
          <cx:pt idx="9955">21.5</cx:pt>
          <cx:pt idx="9956">40</cx:pt>
          <cx:pt idx="9957">53</cx:pt>
          <cx:pt idx="9958">54.5</cx:pt>
          <cx:pt idx="9959">28.5</cx:pt>
          <cx:pt idx="9960">27</cx:pt>
          <cx:pt idx="9961">56.5</cx:pt>
          <cx:pt idx="9962">32.5</cx:pt>
          <cx:pt idx="9963">64.5</cx:pt>
          <cx:pt idx="9964">38.5</cx:pt>
          <cx:pt idx="9965">40.5</cx:pt>
          <cx:pt idx="9966">45</cx:pt>
          <cx:pt idx="9967">24</cx:pt>
          <cx:pt idx="9968">26.5</cx:pt>
          <cx:pt idx="9969">21</cx:pt>
          <cx:pt idx="9970">18.5</cx:pt>
          <cx:pt idx="9971">28</cx:pt>
          <cx:pt idx="9972">27.5</cx:pt>
          <cx:pt idx="9973">59.5</cx:pt>
          <cx:pt idx="9974">53.5</cx:pt>
          <cx:pt idx="9975">22</cx:pt>
          <cx:pt idx="9976">41</cx:pt>
          <cx:pt idx="9977">30</cx:pt>
          <cx:pt idx="9978">24</cx:pt>
          <cx:pt idx="9979">35.5</cx:pt>
          <cx:pt idx="9980">38.5</cx:pt>
          <cx:pt idx="9981">36</cx:pt>
          <cx:pt idx="9982">32</cx:pt>
          <cx:pt idx="9983">36</cx:pt>
          <cx:pt idx="9984">51</cx:pt>
          <cx:pt idx="9985">47</cx:pt>
          <cx:pt idx="9986">60</cx:pt>
          <cx:pt idx="9987">32</cx:pt>
          <cx:pt idx="9988">62.5</cx:pt>
          <cx:pt idx="9989">18.5</cx:pt>
          <cx:pt idx="9990">25</cx:pt>
          <cx:pt idx="9991">39</cx:pt>
          <cx:pt idx="9992">25</cx:pt>
          <cx:pt idx="9993">25</cx:pt>
          <cx:pt idx="9994">26</cx:pt>
          <cx:pt idx="9995">54.5</cx:pt>
          <cx:pt idx="9996">53.5</cx:pt>
          <cx:pt idx="9997">51.5</cx:pt>
          <cx:pt idx="9998">56</cx:pt>
          <cx:pt idx="9999">57.5</cx:pt>
          <cx:pt idx="10000">56.5</cx:pt>
          <cx:pt idx="10001">57.5</cx:pt>
          <cx:pt idx="10002">35</cx:pt>
          <cx:pt idx="10003">25</cx:pt>
          <cx:pt idx="10004">18</cx:pt>
          <cx:pt idx="10005">39.5</cx:pt>
          <cx:pt idx="10006">32.5</cx:pt>
          <cx:pt idx="10007">63</cx:pt>
          <cx:pt idx="10008">36.5</cx:pt>
          <cx:pt idx="10009">41.5</cx:pt>
          <cx:pt idx="10010">40.5</cx:pt>
          <cx:pt idx="10011">34</cx:pt>
          <cx:pt idx="10012">53.5</cx:pt>
          <cx:pt idx="10013">54</cx:pt>
          <cx:pt idx="10014">49</cx:pt>
          <cx:pt idx="10015">46</cx:pt>
          <cx:pt idx="10016">55</cx:pt>
          <cx:pt idx="10017">18</cx:pt>
          <cx:pt idx="10018">28</cx:pt>
          <cx:pt idx="10019">63</cx:pt>
          <cx:pt idx="10020">55.5</cx:pt>
          <cx:pt idx="10021">32.5</cx:pt>
          <cx:pt idx="10022">35.5</cx:pt>
          <cx:pt idx="10023">38.5</cx:pt>
          <cx:pt idx="10024">26</cx:pt>
          <cx:pt idx="10025">29</cx:pt>
          <cx:pt idx="10026">55.5</cx:pt>
          <cx:pt idx="10027">57</cx:pt>
          <cx:pt idx="10028">43.5</cx:pt>
          <cx:pt idx="10029">40.5</cx:pt>
          <cx:pt idx="10030">46</cx:pt>
          <cx:pt idx="10031">19</cx:pt>
          <cx:pt idx="10032">62</cx:pt>
          <cx:pt idx="10033">61</cx:pt>
          <cx:pt idx="10034">39.5</cx:pt>
          <cx:pt idx="10035">46.5</cx:pt>
          <cx:pt idx="10036">46</cx:pt>
          <cx:pt idx="10037">23</cx:pt>
          <cx:pt idx="10038">55.5</cx:pt>
          <cx:pt idx="10039">52</cx:pt>
          <cx:pt idx="10040">23</cx:pt>
          <cx:pt idx="10041">19.5</cx:pt>
          <cx:pt idx="10042">27.5</cx:pt>
          <cx:pt idx="10043">23</cx:pt>
          <cx:pt idx="10044">27</cx:pt>
          <cx:pt idx="10045">26.5</cx:pt>
          <cx:pt idx="10046">26</cx:pt>
          <cx:pt idx="10047">37.5</cx:pt>
          <cx:pt idx="10048">22</cx:pt>
          <cx:pt idx="10049">58</cx:pt>
          <cx:pt idx="10050">61.5</cx:pt>
          <cx:pt idx="10051">25.5</cx:pt>
          <cx:pt idx="10052">27</cx:pt>
          <cx:pt idx="10053">36.5</cx:pt>
          <cx:pt idx="10054">29.5</cx:pt>
          <cx:pt idx="10055">56.5</cx:pt>
          <cx:pt idx="10056">28.5</cx:pt>
          <cx:pt idx="10057">37</cx:pt>
          <cx:pt idx="10058">60</cx:pt>
          <cx:pt idx="10059">37.5</cx:pt>
          <cx:pt idx="10060">42</cx:pt>
          <cx:pt idx="10061">60</cx:pt>
          <cx:pt idx="10062">28.5</cx:pt>
          <cx:pt idx="10063">26</cx:pt>
          <cx:pt idx="10064">61</cx:pt>
          <cx:pt idx="10065">57</cx:pt>
          <cx:pt idx="10066">24</cx:pt>
          <cx:pt idx="10067">58</cx:pt>
          <cx:pt idx="10068">37</cx:pt>
          <cx:pt idx="10069">27</cx:pt>
          <cx:pt idx="10070">27</cx:pt>
          <cx:pt idx="10071">30.5</cx:pt>
          <cx:pt idx="10072">56.5</cx:pt>
          <cx:pt idx="10073">30.5</cx:pt>
          <cx:pt idx="10074">25.5</cx:pt>
          <cx:pt idx="10075">42.5</cx:pt>
          <cx:pt idx="10076">46.5</cx:pt>
          <cx:pt idx="10077">19</cx:pt>
          <cx:pt idx="10078">62</cx:pt>
          <cx:pt idx="10079">31.5</cx:pt>
          <cx:pt idx="10080">39</cx:pt>
          <cx:pt idx="10081">32</cx:pt>
          <cx:pt idx="10082">38.5</cx:pt>
          <cx:pt idx="10083">54</cx:pt>
          <cx:pt idx="10084">40</cx:pt>
          <cx:pt idx="10085">21</cx:pt>
          <cx:pt idx="10086">36</cx:pt>
          <cx:pt idx="10087">49</cx:pt>
          <cx:pt idx="10088">57.5</cx:pt>
          <cx:pt idx="10089">30</cx:pt>
          <cx:pt idx="10090">41</cx:pt>
          <cx:pt idx="10091">18.5</cx:pt>
          <cx:pt idx="10092">24.5</cx:pt>
          <cx:pt idx="10093">51.5</cx:pt>
          <cx:pt idx="10094">54</cx:pt>
          <cx:pt idx="10095">57.5</cx:pt>
          <cx:pt idx="10096">27</cx:pt>
          <cx:pt idx="10097">37</cx:pt>
          <cx:pt idx="10098">32</cx:pt>
          <cx:pt idx="10099">45</cx:pt>
          <cx:pt idx="10100">40</cx:pt>
          <cx:pt idx="10101">37.5</cx:pt>
          <cx:pt idx="10102">34.5</cx:pt>
          <cx:pt idx="10103">23</cx:pt>
          <cx:pt idx="10104">18.5</cx:pt>
          <cx:pt idx="10105">65</cx:pt>
          <cx:pt idx="10106">39</cx:pt>
          <cx:pt idx="10107">55.5</cx:pt>
          <cx:pt idx="10108">31.5</cx:pt>
          <cx:pt idx="10109">24.5</cx:pt>
          <cx:pt idx="10110">53</cx:pt>
          <cx:pt idx="10111">27.5</cx:pt>
          <cx:pt idx="10112">18.5</cx:pt>
          <cx:pt idx="10113">48</cx:pt>
          <cx:pt idx="10114">23</cx:pt>
          <cx:pt idx="10115">25.5</cx:pt>
          <cx:pt idx="10116">22.5</cx:pt>
          <cx:pt idx="10117">56</cx:pt>
          <cx:pt idx="10118">38</cx:pt>
          <cx:pt idx="10119">37.5</cx:pt>
          <cx:pt idx="10120">32</cx:pt>
          <cx:pt idx="10121">20</cx:pt>
          <cx:pt idx="10122">36</cx:pt>
          <cx:pt idx="10123">53</cx:pt>
          <cx:pt idx="10124">37</cx:pt>
          <cx:pt idx="10125">36.5</cx:pt>
          <cx:pt idx="10126">41</cx:pt>
          <cx:pt idx="10127">64.5</cx:pt>
          <cx:pt idx="10128">26.5</cx:pt>
          <cx:pt idx="10129">58</cx:pt>
          <cx:pt idx="10130">29.5</cx:pt>
          <cx:pt idx="10131">29</cx:pt>
          <cx:pt idx="10132">42.5</cx:pt>
          <cx:pt idx="10133">38</cx:pt>
          <cx:pt idx="10134">28</cx:pt>
          <cx:pt idx="10135">27</cx:pt>
          <cx:pt idx="10136">48.5</cx:pt>
          <cx:pt idx="10137">46.5</cx:pt>
          <cx:pt idx="10138">18</cx:pt>
          <cx:pt idx="10139">30</cx:pt>
          <cx:pt idx="10140">28</cx:pt>
          <cx:pt idx="10141">33.5</cx:pt>
          <cx:pt idx="10142">65</cx:pt>
          <cx:pt idx="10143">28</cx:pt>
          <cx:pt idx="10144">27.5</cx:pt>
          <cx:pt idx="10145">27</cx:pt>
          <cx:pt idx="10146">23</cx:pt>
          <cx:pt idx="10147">32.5</cx:pt>
          <cx:pt idx="10148">50.5</cx:pt>
          <cx:pt idx="10149">54</cx:pt>
          <cx:pt idx="10150">30.5</cx:pt>
          <cx:pt idx="10151">23.5</cx:pt>
          <cx:pt idx="10152">30</cx:pt>
          <cx:pt idx="10153">32.5</cx:pt>
          <cx:pt idx="10154">29</cx:pt>
          <cx:pt idx="10155">26.5</cx:pt>
          <cx:pt idx="10156">25.5</cx:pt>
          <cx:pt idx="10157">30.5</cx:pt>
          <cx:pt idx="10158">28.5</cx:pt>
          <cx:pt idx="10159">33</cx:pt>
          <cx:pt idx="10160">43.5</cx:pt>
          <cx:pt idx="10161">34</cx:pt>
          <cx:pt idx="10162">62.5</cx:pt>
          <cx:pt idx="10163">20.5</cx:pt>
          <cx:pt idx="10164">27</cx:pt>
          <cx:pt idx="10165">31.5</cx:pt>
          <cx:pt idx="10166">33.5</cx:pt>
          <cx:pt idx="10167">51.5</cx:pt>
          <cx:pt idx="10168">41</cx:pt>
          <cx:pt idx="10169">29</cx:pt>
          <cx:pt idx="10170">20.5</cx:pt>
          <cx:pt idx="10171">59.5</cx:pt>
          <cx:pt idx="10172">52.5</cx:pt>
          <cx:pt idx="10173">53.5</cx:pt>
          <cx:pt idx="10174">23.5</cx:pt>
          <cx:pt idx="10175">29</cx:pt>
          <cx:pt idx="10176">37</cx:pt>
          <cx:pt idx="10177">30</cx:pt>
          <cx:pt idx="10178">26.5</cx:pt>
          <cx:pt idx="10179">23</cx:pt>
          <cx:pt idx="10180">23</cx:pt>
          <cx:pt idx="10181">36.5</cx:pt>
          <cx:pt idx="10182">37</cx:pt>
          <cx:pt idx="10183">22</cx:pt>
          <cx:pt idx="10184">46.5</cx:pt>
          <cx:pt idx="10185">41.5</cx:pt>
          <cx:pt idx="10186">18.5</cx:pt>
          <cx:pt idx="10187">42.5</cx:pt>
          <cx:pt idx="10188">37</cx:pt>
          <cx:pt idx="10189">52</cx:pt>
          <cx:pt idx="10190">37.5</cx:pt>
          <cx:pt idx="10191">41.5</cx:pt>
          <cx:pt idx="10192">29</cx:pt>
          <cx:pt idx="10193">22.5</cx:pt>
          <cx:pt idx="10194">20</cx:pt>
          <cx:pt idx="10195">51.5</cx:pt>
          <cx:pt idx="10196">50</cx:pt>
          <cx:pt idx="10197">65</cx:pt>
          <cx:pt idx="10198">61.5</cx:pt>
          <cx:pt idx="10199">47.5</cx:pt>
          <cx:pt idx="10200">35.5</cx:pt>
          <cx:pt idx="10201">45.5</cx:pt>
          <cx:pt idx="10202">53</cx:pt>
          <cx:pt idx="10203">47.5</cx:pt>
          <cx:pt idx="10204">39.5</cx:pt>
          <cx:pt idx="10205">56.5</cx:pt>
          <cx:pt idx="10206">57.5</cx:pt>
          <cx:pt idx="10207">28</cx:pt>
          <cx:pt idx="10208">65</cx:pt>
          <cx:pt idx="10209">42.5</cx:pt>
          <cx:pt idx="10210">44.5</cx:pt>
          <cx:pt idx="10211">38</cx:pt>
          <cx:pt idx="10212">30.5</cx:pt>
          <cx:pt idx="10213">64.5</cx:pt>
          <cx:pt idx="10214">24.5</cx:pt>
          <cx:pt idx="10215">59.5</cx:pt>
          <cx:pt idx="10216">46</cx:pt>
          <cx:pt idx="10217">18.5</cx:pt>
          <cx:pt idx="10218">25</cx:pt>
          <cx:pt idx="10219">20.5</cx:pt>
          <cx:pt idx="10220">34.5</cx:pt>
          <cx:pt idx="10221">28.5</cx:pt>
          <cx:pt idx="10222">27.5</cx:pt>
          <cx:pt idx="10223">24.5</cx:pt>
          <cx:pt idx="10224">31.5</cx:pt>
          <cx:pt idx="10225">21</cx:pt>
          <cx:pt idx="10226">21</cx:pt>
          <cx:pt idx="10227">46</cx:pt>
          <cx:pt idx="10228">38</cx:pt>
          <cx:pt idx="10229">27</cx:pt>
          <cx:pt idx="10230">43</cx:pt>
          <cx:pt idx="10231">38</cx:pt>
          <cx:pt idx="10232">26.5</cx:pt>
          <cx:pt idx="10233">24</cx:pt>
          <cx:pt idx="10234">19</cx:pt>
          <cx:pt idx="10235">45</cx:pt>
          <cx:pt idx="10236">41</cx:pt>
          <cx:pt idx="10237">46</cx:pt>
          <cx:pt idx="10238">48</cx:pt>
          <cx:pt idx="10239">38</cx:pt>
          <cx:pt idx="10240">18</cx:pt>
          <cx:pt idx="10241">37</cx:pt>
          <cx:pt idx="10242">25.5</cx:pt>
          <cx:pt idx="10243">62.5</cx:pt>
          <cx:pt idx="10244">22.5</cx:pt>
          <cx:pt idx="10245">41.5</cx:pt>
          <cx:pt idx="10246">40.5</cx:pt>
          <cx:pt idx="10247">30</cx:pt>
          <cx:pt idx="10248">60.5</cx:pt>
          <cx:pt idx="10249">63.5</cx:pt>
          <cx:pt idx="10250">50.5</cx:pt>
          <cx:pt idx="10251">24.5</cx:pt>
          <cx:pt idx="10252">46.5</cx:pt>
          <cx:pt idx="10253">21</cx:pt>
          <cx:pt idx="10254">37.5</cx:pt>
          <cx:pt idx="10255">38</cx:pt>
          <cx:pt idx="10256">21.5</cx:pt>
          <cx:pt idx="10257">28.5</cx:pt>
          <cx:pt idx="10258">32.5</cx:pt>
          <cx:pt idx="10259">41.5</cx:pt>
          <cx:pt idx="10260">41</cx:pt>
          <cx:pt idx="10261">22.5</cx:pt>
          <cx:pt idx="10262">63.5</cx:pt>
          <cx:pt idx="10263">42</cx:pt>
          <cx:pt idx="10264">54</cx:pt>
          <cx:pt idx="10265">51</cx:pt>
          <cx:pt idx="10266">28.5</cx:pt>
          <cx:pt idx="10267">21.5</cx:pt>
          <cx:pt idx="10268">59.5</cx:pt>
          <cx:pt idx="10269">58</cx:pt>
          <cx:pt idx="10270">57.5</cx:pt>
          <cx:pt idx="10271">28</cx:pt>
          <cx:pt idx="10272">20.5</cx:pt>
          <cx:pt idx="10273">57</cx:pt>
          <cx:pt idx="10274">39.5</cx:pt>
          <cx:pt idx="10275">29</cx:pt>
          <cx:pt idx="10276">31.5</cx:pt>
          <cx:pt idx="10277">50.5</cx:pt>
          <cx:pt idx="10278">45</cx:pt>
          <cx:pt idx="10279">22.5</cx:pt>
          <cx:pt idx="10280">64.5</cx:pt>
          <cx:pt idx="10281">39.5</cx:pt>
          <cx:pt idx="10282">27</cx:pt>
          <cx:pt idx="10283">28.5</cx:pt>
          <cx:pt idx="10284">25</cx:pt>
          <cx:pt idx="10285">26.5</cx:pt>
          <cx:pt idx="10286">25</cx:pt>
          <cx:pt idx="10287">42</cx:pt>
          <cx:pt idx="10288">33</cx:pt>
          <cx:pt idx="10289">31</cx:pt>
          <cx:pt idx="10290">53</cx:pt>
          <cx:pt idx="10291">48</cx:pt>
          <cx:pt idx="10292">44.5</cx:pt>
          <cx:pt idx="10293">24.5</cx:pt>
          <cx:pt idx="10294">23</cx:pt>
          <cx:pt idx="10295">56</cx:pt>
          <cx:pt idx="10296">28.5</cx:pt>
          <cx:pt idx="10297">29</cx:pt>
          <cx:pt idx="10298">64</cx:pt>
          <cx:pt idx="10299">64</cx:pt>
          <cx:pt idx="10300">39</cx:pt>
          <cx:pt idx="10301">36</cx:pt>
          <cx:pt idx="10302">32.5</cx:pt>
          <cx:pt idx="10303">25.5</cx:pt>
          <cx:pt idx="10304">33.5</cx:pt>
          <cx:pt idx="10305">30.5</cx:pt>
          <cx:pt idx="10306">33</cx:pt>
          <cx:pt idx="10307">26.5</cx:pt>
          <cx:pt idx="10308">53</cx:pt>
          <cx:pt idx="10309">54.5</cx:pt>
          <cx:pt idx="10310">55</cx:pt>
          <cx:pt idx="10311">53.5</cx:pt>
          <cx:pt idx="10312">58.5</cx:pt>
          <cx:pt idx="10313">32</cx:pt>
          <cx:pt idx="10314">48</cx:pt>
          <cx:pt idx="10315">22</cx:pt>
          <cx:pt idx="10316">24</cx:pt>
          <cx:pt idx="10317">27.5</cx:pt>
          <cx:pt idx="10318">43</cx:pt>
          <cx:pt idx="10319">39</cx:pt>
          <cx:pt idx="10320">58.5</cx:pt>
          <cx:pt idx="10321">25.5</cx:pt>
          <cx:pt idx="10322">23.5</cx:pt>
          <cx:pt idx="10323">32</cx:pt>
          <cx:pt idx="10324">22.5</cx:pt>
          <cx:pt idx="10325">25.5</cx:pt>
          <cx:pt idx="10326">28</cx:pt>
          <cx:pt idx="10327">42.5</cx:pt>
          <cx:pt idx="10328">31</cx:pt>
          <cx:pt idx="10329">24.5</cx:pt>
          <cx:pt idx="10330">60</cx:pt>
          <cx:pt idx="10331">61</cx:pt>
          <cx:pt idx="10332">59.5</cx:pt>
          <cx:pt idx="10333">32</cx:pt>
          <cx:pt idx="10334">33</cx:pt>
          <cx:pt idx="10335">34.5</cx:pt>
          <cx:pt idx="10336">43.5</cx:pt>
          <cx:pt idx="10337">26</cx:pt>
          <cx:pt idx="10338">28</cx:pt>
          <cx:pt idx="10339">28.5</cx:pt>
          <cx:pt idx="10340">29</cx:pt>
          <cx:pt idx="10341">60</cx:pt>
          <cx:pt idx="10342">25.5</cx:pt>
          <cx:pt idx="10343">31.5</cx:pt>
          <cx:pt idx="10344">24</cx:pt>
          <cx:pt idx="10345">25.5</cx:pt>
          <cx:pt idx="10346">47</cx:pt>
          <cx:pt idx="10347">20</cx:pt>
          <cx:pt idx="10348">40.5</cx:pt>
          <cx:pt idx="10349">42</cx:pt>
          <cx:pt idx="10350">45</cx:pt>
          <cx:pt idx="10351">27</cx:pt>
          <cx:pt idx="10352">24</cx:pt>
          <cx:pt idx="10353">57.5</cx:pt>
          <cx:pt idx="10354">34.5</cx:pt>
          <cx:pt idx="10355">62.5</cx:pt>
          <cx:pt idx="10356">30.5</cx:pt>
          <cx:pt idx="10357">50.5</cx:pt>
          <cx:pt idx="10358">55.5</cx:pt>
          <cx:pt idx="10359">32.5</cx:pt>
          <cx:pt idx="10360">36</cx:pt>
          <cx:pt idx="10361">18.5</cx:pt>
          <cx:pt idx="10362">48</cx:pt>
          <cx:pt idx="10363">50</cx:pt>
          <cx:pt idx="10364">22.5</cx:pt>
          <cx:pt idx="10365">29</cx:pt>
          <cx:pt idx="10366">22.5</cx:pt>
          <cx:pt idx="10367">50.5</cx:pt>
          <cx:pt idx="10368">24</cx:pt>
          <cx:pt idx="10369">25</cx:pt>
          <cx:pt idx="10370">40</cx:pt>
          <cx:pt idx="10371">41.5</cx:pt>
          <cx:pt idx="10372">27</cx:pt>
          <cx:pt idx="10373">41.5</cx:pt>
          <cx:pt idx="10374">30.5</cx:pt>
          <cx:pt idx="10375">24.5</cx:pt>
          <cx:pt idx="10376">27.5</cx:pt>
          <cx:pt idx="10377">22</cx:pt>
          <cx:pt idx="10378">32</cx:pt>
          <cx:pt idx="10379">29</cx:pt>
          <cx:pt idx="10380">25.5</cx:pt>
          <cx:pt idx="10381">40</cx:pt>
          <cx:pt idx="10382">31.5</cx:pt>
          <cx:pt idx="10383">36</cx:pt>
          <cx:pt idx="10384">22.5</cx:pt>
          <cx:pt idx="10385">36.5</cx:pt>
          <cx:pt idx="10386">39.5</cx:pt>
          <cx:pt idx="10387">50.5</cx:pt>
          <cx:pt idx="10388">20</cx:pt>
          <cx:pt idx="10389">52.5</cx:pt>
          <cx:pt idx="10390">28</cx:pt>
          <cx:pt idx="10391">45.5</cx:pt>
          <cx:pt idx="10392">53.5</cx:pt>
          <cx:pt idx="10393">55.5</cx:pt>
          <cx:pt idx="10394">38.5</cx:pt>
          <cx:pt idx="10395">27.5</cx:pt>
          <cx:pt idx="10396">23.5</cx:pt>
          <cx:pt idx="10397">26.5</cx:pt>
          <cx:pt idx="10398">44.5</cx:pt>
          <cx:pt idx="10399">43</cx:pt>
          <cx:pt idx="10400">45</cx:pt>
          <cx:pt idx="10401">32</cx:pt>
          <cx:pt idx="10402">57</cx:pt>
          <cx:pt idx="10403">20</cx:pt>
          <cx:pt idx="10404">45</cx:pt>
          <cx:pt idx="10405">40.5</cx:pt>
          <cx:pt idx="10406">18.5</cx:pt>
          <cx:pt idx="10407">50.5</cx:pt>
          <cx:pt idx="10408">49</cx:pt>
          <cx:pt idx="10409">41.5</cx:pt>
          <cx:pt idx="10410">35.5</cx:pt>
          <cx:pt idx="10411">28</cx:pt>
          <cx:pt idx="10412">59</cx:pt>
          <cx:pt idx="10413">30</cx:pt>
          <cx:pt idx="10414">27</cx:pt>
          <cx:pt idx="10415">32</cx:pt>
          <cx:pt idx="10416">25.5</cx:pt>
          <cx:pt idx="10417">27</cx:pt>
          <cx:pt idx="10418">56</cx:pt>
          <cx:pt idx="10419">33.5</cx:pt>
          <cx:pt idx="10420">40.5</cx:pt>
          <cx:pt idx="10421">28.5</cx:pt>
          <cx:pt idx="10422">30</cx:pt>
          <cx:pt idx="10423">32.5</cx:pt>
          <cx:pt idx="10424">53</cx:pt>
          <cx:pt idx="10425">29</cx:pt>
          <cx:pt idx="10426">24</cx:pt>
          <cx:pt idx="10427">27</cx:pt>
          <cx:pt idx="10428">18</cx:pt>
          <cx:pt idx="10429">31.5</cx:pt>
          <cx:pt idx="10430">33</cx:pt>
          <cx:pt idx="10431">52.5</cx:pt>
          <cx:pt idx="10432">30.5</cx:pt>
          <cx:pt idx="10433">27.5</cx:pt>
          <cx:pt idx="10434">31</cx:pt>
          <cx:pt idx="10435">37.5</cx:pt>
          <cx:pt idx="10436">35</cx:pt>
          <cx:pt idx="10437">64.5</cx:pt>
          <cx:pt idx="10438">43.5</cx:pt>
          <cx:pt idx="10439">37</cx:pt>
          <cx:pt idx="10440">18</cx:pt>
          <cx:pt idx="10441">20.5</cx:pt>
          <cx:pt idx="10442">52.5</cx:pt>
          <cx:pt idx="10443">49</cx:pt>
          <cx:pt idx="10444">27</cx:pt>
          <cx:pt idx="10445">24.5</cx:pt>
          <cx:pt idx="10446">41</cx:pt>
          <cx:pt idx="10447">47.5</cx:pt>
          <cx:pt idx="10448">42.5</cx:pt>
          <cx:pt idx="10449">41.5</cx:pt>
          <cx:pt idx="10450">22.5</cx:pt>
          <cx:pt idx="10451">21</cx:pt>
          <cx:pt idx="10452">49</cx:pt>
          <cx:pt idx="10453">47</cx:pt>
          <cx:pt idx="10454">58</cx:pt>
          <cx:pt idx="10455">25</cx:pt>
          <cx:pt idx="10456">55.5</cx:pt>
          <cx:pt idx="10457">55.5</cx:pt>
          <cx:pt idx="10458">31.5</cx:pt>
          <cx:pt idx="10459">22</cx:pt>
          <cx:pt idx="10460">42</cx:pt>
          <cx:pt idx="10461">31</cx:pt>
          <cx:pt idx="10462">50.5</cx:pt>
          <cx:pt idx="10463">18</cx:pt>
          <cx:pt idx="10464">43</cx:pt>
          <cx:pt idx="10465">56</cx:pt>
          <cx:pt idx="10466">24</cx:pt>
          <cx:pt idx="10467">21</cx:pt>
          <cx:pt idx="10468">23</cx:pt>
          <cx:pt idx="10469">57</cx:pt>
          <cx:pt idx="10470">33</cx:pt>
          <cx:pt idx="10471">29.5</cx:pt>
          <cx:pt idx="10472">52</cx:pt>
          <cx:pt idx="10473">26</cx:pt>
          <cx:pt idx="10474">24</cx:pt>
          <cx:pt idx="10475">38.5</cx:pt>
          <cx:pt idx="10476">39</cx:pt>
          <cx:pt idx="10477">19</cx:pt>
          <cx:pt idx="10478">58.5</cx:pt>
          <cx:pt idx="10479">63</cx:pt>
          <cx:pt idx="10480">60.5</cx:pt>
          <cx:pt idx="10481">55</cx:pt>
          <cx:pt idx="10482">26</cx:pt>
          <cx:pt idx="10483">46</cx:pt>
          <cx:pt idx="10484">39</cx:pt>
          <cx:pt idx="10485">59.5</cx:pt>
          <cx:pt idx="10486">27</cx:pt>
          <cx:pt idx="10487">29</cx:pt>
          <cx:pt idx="10488">50.5</cx:pt>
          <cx:pt idx="10489">51.5</cx:pt>
          <cx:pt idx="10490">38</cx:pt>
          <cx:pt idx="10491">33.5</cx:pt>
          <cx:pt idx="10492">62.5</cx:pt>
          <cx:pt idx="10493">62.5</cx:pt>
          <cx:pt idx="10494">35.5</cx:pt>
          <cx:pt idx="10495">46</cx:pt>
          <cx:pt idx="10496">46.5</cx:pt>
          <cx:pt idx="10497">21.5</cx:pt>
          <cx:pt idx="10498">18</cx:pt>
          <cx:pt idx="10499">37</cx:pt>
          <cx:pt idx="10500">48.5</cx:pt>
          <cx:pt idx="10501">24.5</cx:pt>
          <cx:pt idx="10502">38</cx:pt>
          <cx:pt idx="10503">30</cx:pt>
          <cx:pt idx="10504">53</cx:pt>
          <cx:pt idx="10505">48</cx:pt>
          <cx:pt idx="10506">36.5</cx:pt>
          <cx:pt idx="10507">20.5</cx:pt>
          <cx:pt idx="10508">18.5</cx:pt>
          <cx:pt idx="10509">58</cx:pt>
          <cx:pt idx="10510">60.5</cx:pt>
          <cx:pt idx="10511">30.5</cx:pt>
          <cx:pt idx="10512">47</cx:pt>
          <cx:pt idx="10513">44</cx:pt>
          <cx:pt idx="10514">20</cx:pt>
          <cx:pt idx="10515">18</cx:pt>
          <cx:pt idx="10516">41.5</cx:pt>
          <cx:pt idx="10517">53.5</cx:pt>
          <cx:pt idx="10518">29</cx:pt>
          <cx:pt idx="10519">23.5</cx:pt>
          <cx:pt idx="10520">54.5</cx:pt>
          <cx:pt idx="10521">44.5</cx:pt>
          <cx:pt idx="10522">46</cx:pt>
          <cx:pt idx="10523">23</cx:pt>
          <cx:pt idx="10524">41</cx:pt>
          <cx:pt idx="10525">22.5</cx:pt>
          <cx:pt idx="10526">21</cx:pt>
          <cx:pt idx="10527">51.5</cx:pt>
          <cx:pt idx="10528">52.5</cx:pt>
          <cx:pt idx="10529">31</cx:pt>
          <cx:pt idx="10530">24</cx:pt>
          <cx:pt idx="10531">23.5</cx:pt>
          <cx:pt idx="10532">57</cx:pt>
          <cx:pt idx="10533">25</cx:pt>
          <cx:pt idx="10534">24</cx:pt>
          <cx:pt idx="10535">21</cx:pt>
          <cx:pt idx="10536">52</cx:pt>
          <cx:pt idx="10537">51.5</cx:pt>
          <cx:pt idx="10538">46.5</cx:pt>
          <cx:pt idx="10539">38.5</cx:pt>
          <cx:pt idx="10540">38</cx:pt>
          <cx:pt idx="10541">62.5</cx:pt>
          <cx:pt idx="10542">38.5</cx:pt>
          <cx:pt idx="10543">18</cx:pt>
          <cx:pt idx="10544">52</cx:pt>
          <cx:pt idx="10545">20</cx:pt>
          <cx:pt idx="10546">25.5</cx:pt>
          <cx:pt idx="10547">58.5</cx:pt>
          <cx:pt idx="10548">54</cx:pt>
          <cx:pt idx="10549">44.5</cx:pt>
          <cx:pt idx="10550">38.5</cx:pt>
          <cx:pt idx="10551">35</cx:pt>
          <cx:pt idx="10552">42</cx:pt>
          <cx:pt idx="10553">25.5</cx:pt>
          <cx:pt idx="10554">34</cx:pt>
          <cx:pt idx="10555">40.5</cx:pt>
          <cx:pt idx="10556">57.5</cx:pt>
          <cx:pt idx="10557">40.5</cx:pt>
          <cx:pt idx="10558">31</cx:pt>
          <cx:pt idx="10559">63</cx:pt>
          <cx:pt idx="10560">33</cx:pt>
          <cx:pt idx="10561">38.5</cx:pt>
          <cx:pt idx="10562">47.5</cx:pt>
          <cx:pt idx="10563">48</cx:pt>
          <cx:pt idx="10564">34</cx:pt>
          <cx:pt idx="10565">41.5</cx:pt>
          <cx:pt idx="10566">59.5</cx:pt>
          <cx:pt idx="10567">60</cx:pt>
          <cx:pt idx="10568">29.5</cx:pt>
          <cx:pt idx="10569">64</cx:pt>
          <cx:pt idx="10570">64</cx:pt>
          <cx:pt idx="10571">57</cx:pt>
          <cx:pt idx="10572">50.5</cx:pt>
          <cx:pt idx="10573">23.5</cx:pt>
          <cx:pt idx="10574">61</cx:pt>
          <cx:pt idx="10575">61</cx:pt>
          <cx:pt idx="10576">41.5</cx:pt>
          <cx:pt idx="10577">52</cx:pt>
          <cx:pt idx="10578">51</cx:pt>
          <cx:pt idx="10579">39.5</cx:pt>
          <cx:pt idx="10580">57.5</cx:pt>
          <cx:pt idx="10581">23</cx:pt>
          <cx:pt idx="10582">56</cx:pt>
          <cx:pt idx="10583">59.5</cx:pt>
          <cx:pt idx="10584">27</cx:pt>
          <cx:pt idx="10585">30.5</cx:pt>
          <cx:pt idx="10586">46.5</cx:pt>
          <cx:pt idx="10587">23</cx:pt>
          <cx:pt idx="10588">34.5</cx:pt>
          <cx:pt idx="10589">29</cx:pt>
          <cx:pt idx="10590">44.5</cx:pt>
          <cx:pt idx="10591">25.5</cx:pt>
          <cx:pt idx="10592">25.5</cx:pt>
          <cx:pt idx="10593">50</cx:pt>
          <cx:pt idx="10594">51.5</cx:pt>
          <cx:pt idx="10595">28</cx:pt>
          <cx:pt idx="10596">29</cx:pt>
          <cx:pt idx="10597">40</cx:pt>
          <cx:pt idx="10598">27.5</cx:pt>
          <cx:pt idx="10599">63</cx:pt>
          <cx:pt idx="10600">45</cx:pt>
          <cx:pt idx="10601">50.5</cx:pt>
          <cx:pt idx="10602">45.5</cx:pt>
          <cx:pt idx="10603">53.5</cx:pt>
          <cx:pt idx="10604">60</cx:pt>
          <cx:pt idx="10605">52.5</cx:pt>
          <cx:pt idx="10606">50.5</cx:pt>
          <cx:pt idx="10607">45.5</cx:pt>
          <cx:pt idx="10608">45</cx:pt>
          <cx:pt idx="10609">22.5</cx:pt>
          <cx:pt idx="10610">34.5</cx:pt>
          <cx:pt idx="10611">59</cx:pt>
          <cx:pt idx="10612">55</cx:pt>
          <cx:pt idx="10613">18.5</cx:pt>
          <cx:pt idx="10614">27.5</cx:pt>
          <cx:pt idx="10615">50.5</cx:pt>
          <cx:pt idx="10616">33</cx:pt>
          <cx:pt idx="10617">27.5</cx:pt>
          <cx:pt idx="10618">55</cx:pt>
          <cx:pt idx="10619">29</cx:pt>
          <cx:pt idx="10620">35.5</cx:pt>
          <cx:pt idx="10621">24</cx:pt>
          <cx:pt idx="10622">21</cx:pt>
          <cx:pt idx="10623">51</cx:pt>
          <cx:pt idx="10624">20</cx:pt>
          <cx:pt idx="10625">59</cx:pt>
          <cx:pt idx="10626">29.5</cx:pt>
          <cx:pt idx="10627">31</cx:pt>
          <cx:pt idx="10628">44.5</cx:pt>
          <cx:pt idx="10629">23.5</cx:pt>
          <cx:pt idx="10630">19</cx:pt>
          <cx:pt idx="10631">64.5</cx:pt>
          <cx:pt idx="10632">33</cx:pt>
          <cx:pt idx="10633">42</cx:pt>
          <cx:pt idx="10634">22</cx:pt>
          <cx:pt idx="10635">40</cx:pt>
          <cx:pt idx="10636">51</cx:pt>
          <cx:pt idx="10637">63</cx:pt>
          <cx:pt idx="10638">51.5</cx:pt>
          <cx:pt idx="10639">33</cx:pt>
          <cx:pt idx="10640">36</cx:pt>
          <cx:pt idx="10641">56</cx:pt>
          <cx:pt idx="10642">36.5</cx:pt>
          <cx:pt idx="10643">38.5</cx:pt>
          <cx:pt idx="10644">35</cx:pt>
          <cx:pt idx="10645">20.5</cx:pt>
          <cx:pt idx="10646">34</cx:pt>
          <cx:pt idx="10647">34</cx:pt>
          <cx:pt idx="10648">29.5</cx:pt>
          <cx:pt idx="10649">25</cx:pt>
          <cx:pt idx="10650">23.5</cx:pt>
          <cx:pt idx="10651">23.5</cx:pt>
          <cx:pt idx="10652">22.5</cx:pt>
          <cx:pt idx="10653">21.5</cx:pt>
          <cx:pt idx="10654">25.5</cx:pt>
          <cx:pt idx="10655">36</cx:pt>
          <cx:pt idx="10656">22</cx:pt>
          <cx:pt idx="10657">19.5</cx:pt>
          <cx:pt idx="10658">54.5</cx:pt>
          <cx:pt idx="10659">19.5</cx:pt>
          <cx:pt idx="10660">51</cx:pt>
          <cx:pt idx="10661">29.5</cx:pt>
          <cx:pt idx="10662">31</cx:pt>
          <cx:pt idx="10663">31.5</cx:pt>
          <cx:pt idx="10664">18.5</cx:pt>
          <cx:pt idx="10665">49</cx:pt>
          <cx:pt idx="10666">51</cx:pt>
          <cx:pt idx="10667">48</cx:pt>
          <cx:pt idx="10668">51.5</cx:pt>
          <cx:pt idx="10669">40</cx:pt>
          <cx:pt idx="10670">39</cx:pt>
          <cx:pt idx="10671">58.5</cx:pt>
          <cx:pt idx="10672">50</cx:pt>
          <cx:pt idx="10673">41.5</cx:pt>
          <cx:pt idx="10674">31</cx:pt>
          <cx:pt idx="10675">33</cx:pt>
          <cx:pt idx="10676">37</cx:pt>
          <cx:pt idx="10677">64.5</cx:pt>
          <cx:pt idx="10678">30.5</cx:pt>
          <cx:pt idx="10679">43</cx:pt>
          <cx:pt idx="10680">18</cx:pt>
          <cx:pt idx="10681">28.5</cx:pt>
          <cx:pt idx="10682">24</cx:pt>
          <cx:pt idx="10683">27.5</cx:pt>
          <cx:pt idx="10684">50</cx:pt>
          <cx:pt idx="10685">62.5</cx:pt>
          <cx:pt idx="10686">27</cx:pt>
          <cx:pt idx="10687">40.5</cx:pt>
          <cx:pt idx="10688">42</cx:pt>
          <cx:pt idx="10689">20.5</cx:pt>
          <cx:pt idx="10690">31</cx:pt>
          <cx:pt idx="10691">39.5</cx:pt>
          <cx:pt idx="10692">34.5</cx:pt>
          <cx:pt idx="10693">35.5</cx:pt>
          <cx:pt idx="10694">23.5</cx:pt>
          <cx:pt idx="10695">25.5</cx:pt>
          <cx:pt idx="10696">57.5</cx:pt>
          <cx:pt idx="10697">60</cx:pt>
          <cx:pt idx="10698">50.5</cx:pt>
          <cx:pt idx="10699">61.5</cx:pt>
          <cx:pt idx="10700">42</cx:pt>
          <cx:pt idx="10701">44</cx:pt>
          <cx:pt idx="10702">55.5</cx:pt>
          <cx:pt idx="10703">62</cx:pt>
          <cx:pt idx="10704">53.5</cx:pt>
          <cx:pt idx="10705">51.5</cx:pt>
          <cx:pt idx="10706">30</cx:pt>
          <cx:pt idx="10707">38</cx:pt>
          <cx:pt idx="10708">24</cx:pt>
          <cx:pt idx="10709">23</cx:pt>
          <cx:pt idx="10710">30</cx:pt>
          <cx:pt idx="10711">27</cx:pt>
          <cx:pt idx="10712">38</cx:pt>
          <cx:pt idx="10713">26.5</cx:pt>
          <cx:pt idx="10714">21.5</cx:pt>
          <cx:pt idx="10715">64</cx:pt>
          <cx:pt idx="10716">63</cx:pt>
          <cx:pt idx="10717">43.5</cx:pt>
          <cx:pt idx="10718">48</cx:pt>
          <cx:pt idx="10719">23.5</cx:pt>
          <cx:pt idx="10720">32</cx:pt>
          <cx:pt idx="10721">35</cx:pt>
          <cx:pt idx="10722">31.5</cx:pt>
          <cx:pt idx="10723">26</cx:pt>
          <cx:pt idx="10724">24</cx:pt>
          <cx:pt idx="10725">59.5</cx:pt>
          <cx:pt idx="10726">52.5</cx:pt>
          <cx:pt idx="10727">35</cx:pt>
          <cx:pt idx="10728">29.5</cx:pt>
          <cx:pt idx="10729">32.5</cx:pt>
          <cx:pt idx="10730">64.5</cx:pt>
          <cx:pt idx="10731">26.5</cx:pt>
          <cx:pt idx="10732">34</cx:pt>
          <cx:pt idx="10733">28</cx:pt>
          <cx:pt idx="10734">30.5</cx:pt>
          <cx:pt idx="10735">34.5</cx:pt>
          <cx:pt idx="10736">38.5</cx:pt>
          <cx:pt idx="10737">41</cx:pt>
          <cx:pt idx="10738">45</cx:pt>
          <cx:pt idx="10739">42.5</cx:pt>
          <cx:pt idx="10740">21.5</cx:pt>
          <cx:pt idx="10741">32</cx:pt>
          <cx:pt idx="10742">25.5</cx:pt>
          <cx:pt idx="10743">55.5</cx:pt>
          <cx:pt idx="10744">28</cx:pt>
          <cx:pt idx="10745">25</cx:pt>
          <cx:pt idx="10746">35</cx:pt>
          <cx:pt idx="10747">34</cx:pt>
          <cx:pt idx="10748">27</cx:pt>
          <cx:pt idx="10749">28</cx:pt>
          <cx:pt idx="10750">48.5</cx:pt>
          <cx:pt idx="10751">26.5</cx:pt>
          <cx:pt idx="10752">52.5</cx:pt>
          <cx:pt idx="10753">52</cx:pt>
          <cx:pt idx="10754">29.5</cx:pt>
          <cx:pt idx="10755">39.5</cx:pt>
          <cx:pt idx="10756">43.5</cx:pt>
          <cx:pt idx="10757">31.5</cx:pt>
          <cx:pt idx="10758">28</cx:pt>
          <cx:pt idx="10759">23</cx:pt>
          <cx:pt idx="10760">44</cx:pt>
          <cx:pt idx="10761">56</cx:pt>
          <cx:pt idx="10762">24</cx:pt>
          <cx:pt idx="10763">23.5</cx:pt>
          <cx:pt idx="10764">25.5</cx:pt>
          <cx:pt idx="10765">18.5</cx:pt>
          <cx:pt idx="10766">41</cx:pt>
          <cx:pt idx="10767">24.5</cx:pt>
          <cx:pt idx="10768">63</cx:pt>
          <cx:pt idx="10769">26.5</cx:pt>
          <cx:pt idx="10770">33.5</cx:pt>
          <cx:pt idx="10771">24.5</cx:pt>
          <cx:pt idx="10772">24</cx:pt>
          <cx:pt idx="10773">25</cx:pt>
          <cx:pt idx="10774">57</cx:pt>
          <cx:pt idx="10775">44.5</cx:pt>
          <cx:pt idx="10776">45</cx:pt>
          <cx:pt idx="10777">28.5</cx:pt>
          <cx:pt idx="10778">32.5</cx:pt>
          <cx:pt idx="10779">25.5</cx:pt>
          <cx:pt idx="10780">37</cx:pt>
          <cx:pt idx="10781">28.5</cx:pt>
          <cx:pt idx="10782">24</cx:pt>
          <cx:pt idx="10783">26.5</cx:pt>
          <cx:pt idx="10784">37</cx:pt>
          <cx:pt idx="10785">21.5</cx:pt>
          <cx:pt idx="10786">29.5</cx:pt>
          <cx:pt idx="10787">38.5</cx:pt>
          <cx:pt idx="10788">26</cx:pt>
          <cx:pt idx="10789">32.5</cx:pt>
          <cx:pt idx="10790">25.5</cx:pt>
          <cx:pt idx="10791">31</cx:pt>
          <cx:pt idx="10792">28.5</cx:pt>
          <cx:pt idx="10793">35.5</cx:pt>
          <cx:pt idx="10794">20.5</cx:pt>
          <cx:pt idx="10795">25</cx:pt>
          <cx:pt idx="10796">57</cx:pt>
          <cx:pt idx="10797">21.5</cx:pt>
          <cx:pt idx="10798">29</cx:pt>
          <cx:pt idx="10799">64.5</cx:pt>
          <cx:pt idx="10800">42</cx:pt>
          <cx:pt idx="10801">32</cx:pt>
          <cx:pt idx="10802">22</cx:pt>
          <cx:pt idx="10803">58.5</cx:pt>
          <cx:pt idx="10804">24.5</cx:pt>
          <cx:pt idx="10805">27</cx:pt>
          <cx:pt idx="10806">31</cx:pt>
          <cx:pt idx="10807">26</cx:pt>
          <cx:pt idx="10808">25</cx:pt>
          <cx:pt idx="10809">28</cx:pt>
          <cx:pt idx="10810">25</cx:pt>
          <cx:pt idx="10811">24.5</cx:pt>
          <cx:pt idx="10812">41</cx:pt>
          <cx:pt idx="10813">23.5</cx:pt>
          <cx:pt idx="10814">27</cx:pt>
          <cx:pt idx="10815">29.5</cx:pt>
          <cx:pt idx="10816">56.5</cx:pt>
          <cx:pt idx="10817">32</cx:pt>
          <cx:pt idx="10818">61.5</cx:pt>
          <cx:pt idx="10819">21</cx:pt>
          <cx:pt idx="10820">31</cx:pt>
          <cx:pt idx="10821">23</cx:pt>
          <cx:pt idx="10822">19.5</cx:pt>
          <cx:pt idx="10823">25.5</cx:pt>
          <cx:pt idx="10824">27</cx:pt>
          <cx:pt idx="10825">30</cx:pt>
          <cx:pt idx="10826">37.5</cx:pt>
          <cx:pt idx="10827">33</cx:pt>
          <cx:pt idx="10828">22.5</cx:pt>
          <cx:pt idx="10829">39.5</cx:pt>
          <cx:pt idx="10830">39.5</cx:pt>
          <cx:pt idx="10831">53.5</cx:pt>
          <cx:pt idx="10832">51</cx:pt>
          <cx:pt idx="10833">52</cx:pt>
          <cx:pt idx="10834">25</cx:pt>
          <cx:pt idx="10835">23.5</cx:pt>
          <cx:pt idx="10836">25.5</cx:pt>
          <cx:pt idx="10837">25</cx:pt>
          <cx:pt idx="10838">23</cx:pt>
          <cx:pt idx="10839">21.5</cx:pt>
          <cx:pt idx="10840">55.5</cx:pt>
          <cx:pt idx="10841">60</cx:pt>
          <cx:pt idx="10842">53.5</cx:pt>
          <cx:pt idx="10843">32</cx:pt>
          <cx:pt idx="10844">30.5</cx:pt>
          <cx:pt idx="10845">51</cx:pt>
          <cx:pt idx="10846">20</cx:pt>
          <cx:pt idx="10847">28</cx:pt>
          <cx:pt idx="10848">21</cx:pt>
          <cx:pt idx="10849">55</cx:pt>
          <cx:pt idx="10850">27</cx:pt>
          <cx:pt idx="10851">23</cx:pt>
          <cx:pt idx="10852">50.5</cx:pt>
          <cx:pt idx="10853">23.5</cx:pt>
          <cx:pt idx="10854">24.5</cx:pt>
          <cx:pt idx="10855">22.5</cx:pt>
          <cx:pt idx="10856">24</cx:pt>
          <cx:pt idx="10857">24.5</cx:pt>
          <cx:pt idx="10858">57</cx:pt>
          <cx:pt idx="10859">22.5</cx:pt>
          <cx:pt idx="10860">20</cx:pt>
          <cx:pt idx="10861">33.5</cx:pt>
          <cx:pt idx="10862">27.5</cx:pt>
          <cx:pt idx="10863">50</cx:pt>
          <cx:pt idx="10864">20.5</cx:pt>
          <cx:pt idx="10865">26.5</cx:pt>
          <cx:pt idx="10866">18.5</cx:pt>
          <cx:pt idx="10867">26</cx:pt>
          <cx:pt idx="10868">23</cx:pt>
          <cx:pt idx="10869">47.5</cx:pt>
          <cx:pt idx="10870">62.5</cx:pt>
          <cx:pt idx="10871">26.5</cx:pt>
          <cx:pt idx="10872">27.5</cx:pt>
          <cx:pt idx="10873">54.5</cx:pt>
          <cx:pt idx="10874">29.5</cx:pt>
          <cx:pt idx="10875">64.5</cx:pt>
          <cx:pt idx="10876">55</cx:pt>
          <cx:pt idx="10877">53.5</cx:pt>
          <cx:pt idx="10878">26</cx:pt>
          <cx:pt idx="10879">30</cx:pt>
          <cx:pt idx="10880">20.5</cx:pt>
          <cx:pt idx="10881">60.5</cx:pt>
          <cx:pt idx="10882">34.5</cx:pt>
          <cx:pt idx="10883">38</cx:pt>
          <cx:pt idx="10884">19.5</cx:pt>
          <cx:pt idx="10885">54</cx:pt>
          <cx:pt idx="10886">45.5</cx:pt>
          <cx:pt idx="10887">34.5</cx:pt>
          <cx:pt idx="10888">28</cx:pt>
          <cx:pt idx="10889">55</cx:pt>
          <cx:pt idx="10890">25</cx:pt>
          <cx:pt idx="10891">27</cx:pt>
          <cx:pt idx="10892">27.5</cx:pt>
          <cx:pt idx="10893">64</cx:pt>
          <cx:pt idx="10894">62</cx:pt>
          <cx:pt idx="10895">29</cx:pt>
          <cx:pt idx="10896">27.5</cx:pt>
          <cx:pt idx="10897">45.5</cx:pt>
          <cx:pt idx="10898">21.5</cx:pt>
          <cx:pt idx="10899">51</cx:pt>
          <cx:pt idx="10900">21</cx:pt>
          <cx:pt idx="10901">31</cx:pt>
          <cx:pt idx="10902">57</cx:pt>
          <cx:pt idx="10903">19.5</cx:pt>
          <cx:pt idx="10904">44</cx:pt>
          <cx:pt idx="10905">30</cx:pt>
          <cx:pt idx="10906">23</cx:pt>
          <cx:pt idx="10907">19.5</cx:pt>
          <cx:pt idx="10908">32</cx:pt>
          <cx:pt idx="10909">28</cx:pt>
          <cx:pt idx="10910">33.5</cx:pt>
          <cx:pt idx="10911">36.5</cx:pt>
          <cx:pt idx="10912">49</cx:pt>
          <cx:pt idx="10913">52</cx:pt>
          <cx:pt idx="10914">18.5</cx:pt>
          <cx:pt idx="10915">27</cx:pt>
          <cx:pt idx="10916">26</cx:pt>
          <cx:pt idx="10917">21.5</cx:pt>
          <cx:pt idx="10918">21.5</cx:pt>
          <cx:pt idx="10919">27</cx:pt>
          <cx:pt idx="10920">28.5</cx:pt>
          <cx:pt idx="10921">23</cx:pt>
          <cx:pt idx="10922">21</cx:pt>
          <cx:pt idx="10923">31</cx:pt>
          <cx:pt idx="10924">56.5</cx:pt>
          <cx:pt idx="10925">26.5</cx:pt>
          <cx:pt idx="10926">19</cx:pt>
          <cx:pt idx="10927">32.5</cx:pt>
          <cx:pt idx="10928">40</cx:pt>
          <cx:pt idx="10929">25</cx:pt>
          <cx:pt idx="10930">29.5</cx:pt>
          <cx:pt idx="10931">21.5</cx:pt>
          <cx:pt idx="10932">25</cx:pt>
          <cx:pt idx="10933">21.5</cx:pt>
          <cx:pt idx="10934">22.5</cx:pt>
          <cx:pt idx="10935">20</cx:pt>
          <cx:pt idx="10936">27</cx:pt>
          <cx:pt idx="10937">43.5</cx:pt>
          <cx:pt idx="10938">64.5</cx:pt>
          <cx:pt idx="10939">51.5</cx:pt>
          <cx:pt idx="10940">53</cx:pt>
          <cx:pt idx="10941">34.5</cx:pt>
          <cx:pt idx="10942">24.5</cx:pt>
          <cx:pt idx="10943">30.5</cx:pt>
          <cx:pt idx="10944">55.5</cx:pt>
          <cx:pt idx="10945">27.5</cx:pt>
          <cx:pt idx="10946">39</cx:pt>
          <cx:pt idx="10947">38.5</cx:pt>
          <cx:pt idx="10948">31.5</cx:pt>
          <cx:pt idx="10949">34.5</cx:pt>
          <cx:pt idx="10950">44.5</cx:pt>
          <cx:pt idx="10951">35</cx:pt>
          <cx:pt idx="10952">38</cx:pt>
          <cx:pt idx="10953">59.5</cx:pt>
          <cx:pt idx="10954">23</cx:pt>
          <cx:pt idx="10955">25.5</cx:pt>
          <cx:pt idx="10956">55.5</cx:pt>
          <cx:pt idx="10957">39</cx:pt>
          <cx:pt idx="10958">45.5</cx:pt>
          <cx:pt idx="10959">24</cx:pt>
          <cx:pt idx="10960">24</cx:pt>
          <cx:pt idx="10961">53.5</cx:pt>
          <cx:pt idx="10962">61.5</cx:pt>
          <cx:pt idx="10963">21.5</cx:pt>
          <cx:pt idx="10964">23</cx:pt>
          <cx:pt idx="10965">29.5</cx:pt>
          <cx:pt idx="10966">30</cx:pt>
          <cx:pt idx="10967">43.5</cx:pt>
          <cx:pt idx="10968">28</cx:pt>
          <cx:pt idx="10969">38</cx:pt>
          <cx:pt idx="10970">28</cx:pt>
          <cx:pt idx="10971">18.5</cx:pt>
          <cx:pt idx="10972">36.5</cx:pt>
          <cx:pt idx="10973">25</cx:pt>
          <cx:pt idx="10974">45.5</cx:pt>
          <cx:pt idx="10975">23</cx:pt>
          <cx:pt idx="10976">30.5</cx:pt>
          <cx:pt idx="10977">50</cx:pt>
          <cx:pt idx="10978">45</cx:pt>
          <cx:pt idx="10979">28.5</cx:pt>
          <cx:pt idx="10980">36</cx:pt>
          <cx:pt idx="10981">20</cx:pt>
          <cx:pt idx="10982">26.5</cx:pt>
          <cx:pt idx="10983">62.5</cx:pt>
          <cx:pt idx="10984">27</cx:pt>
          <cx:pt idx="10985">25</cx:pt>
          <cx:pt idx="10986">29.5</cx:pt>
          <cx:pt idx="10987">47</cx:pt>
          <cx:pt idx="10988">24</cx:pt>
          <cx:pt idx="10989">34.5</cx:pt>
          <cx:pt idx="10990">20</cx:pt>
          <cx:pt idx="10991">34</cx:pt>
          <cx:pt idx="10992">30.5</cx:pt>
          <cx:pt idx="10993">36</cx:pt>
          <cx:pt idx="10994">35.5</cx:pt>
          <cx:pt idx="10995">47</cx:pt>
          <cx:pt idx="10996">18.5</cx:pt>
          <cx:pt idx="10997">33</cx:pt>
          <cx:pt idx="10998">21.5</cx:pt>
          <cx:pt idx="10999">45.5</cx:pt>
          <cx:pt idx="11000">58</cx:pt>
          <cx:pt idx="11001">43.5</cx:pt>
          <cx:pt idx="11002">34</cx:pt>
          <cx:pt idx="11003">47</cx:pt>
          <cx:pt idx="11004">32.5</cx:pt>
          <cx:pt idx="11005">25</cx:pt>
          <cx:pt idx="11006">33.5</cx:pt>
          <cx:pt idx="11007">28.5</cx:pt>
          <cx:pt idx="11008">39</cx:pt>
          <cx:pt idx="11009">23</cx:pt>
          <cx:pt idx="11010">36.5</cx:pt>
          <cx:pt idx="11011">23</cx:pt>
          <cx:pt idx="11012">60</cx:pt>
          <cx:pt idx="11013">40.5</cx:pt>
          <cx:pt idx="11014">27.5</cx:pt>
          <cx:pt idx="11015">28.5</cx:pt>
          <cx:pt idx="11016">48.5</cx:pt>
          <cx:pt idx="11017">24</cx:pt>
          <cx:pt idx="11018">30</cx:pt>
          <cx:pt idx="11019">25.5</cx:pt>
          <cx:pt idx="11020">19</cx:pt>
          <cx:pt idx="11021">57.5</cx:pt>
          <cx:pt idx="11022">34</cx:pt>
          <cx:pt idx="11023">23.5</cx:pt>
          <cx:pt idx="11024">61.5</cx:pt>
          <cx:pt idx="11025">26</cx:pt>
          <cx:pt idx="11026">19.5</cx:pt>
          <cx:pt idx="11027">49</cx:pt>
          <cx:pt idx="11028">43.5</cx:pt>
          <cx:pt idx="11029">26</cx:pt>
          <cx:pt idx="11030">30</cx:pt>
          <cx:pt idx="11031">35.5</cx:pt>
          <cx:pt idx="11032">29</cx:pt>
          <cx:pt idx="11033">23</cx:pt>
          <cx:pt idx="11034">39</cx:pt>
          <cx:pt idx="11035">55.5</cx:pt>
          <cx:pt idx="11036">28.5</cx:pt>
          <cx:pt idx="11037">32</cx:pt>
          <cx:pt idx="11038">60.5</cx:pt>
          <cx:pt idx="11039">27</cx:pt>
          <cx:pt idx="11040">35</cx:pt>
          <cx:pt idx="11041">57</cx:pt>
          <cx:pt idx="11042">28.5</cx:pt>
          <cx:pt idx="11043">54.5</cx:pt>
          <cx:pt idx="11044">55.5</cx:pt>
          <cx:pt idx="11045">54.5</cx:pt>
          <cx:pt idx="11046">20</cx:pt>
          <cx:pt idx="11047">26.5</cx:pt>
          <cx:pt idx="11048">29</cx:pt>
          <cx:pt idx="11049">26</cx:pt>
          <cx:pt idx="11050">24.5</cx:pt>
          <cx:pt idx="11051">31.5</cx:pt>
          <cx:pt idx="11052">25.5</cx:pt>
          <cx:pt idx="11053">21.5</cx:pt>
          <cx:pt idx="11054">41</cx:pt>
          <cx:pt idx="11055">18.5</cx:pt>
          <cx:pt idx="11056">24</cx:pt>
          <cx:pt idx="11057">42.5</cx:pt>
          <cx:pt idx="11058">31.5</cx:pt>
          <cx:pt idx="11059">42</cx:pt>
          <cx:pt idx="11060">46.5</cx:pt>
          <cx:pt idx="11061">23</cx:pt>
          <cx:pt idx="11062">36.5</cx:pt>
          <cx:pt idx="11063">41.5</cx:pt>
          <cx:pt idx="11064">62</cx:pt>
          <cx:pt idx="11065">38.5</cx:pt>
          <cx:pt idx="11066">27</cx:pt>
          <cx:pt idx="11067">51.5</cx:pt>
          <cx:pt idx="11068">59</cx:pt>
          <cx:pt idx="11069">23.5</cx:pt>
          <cx:pt idx="11070">18</cx:pt>
          <cx:pt idx="11071">20.5</cx:pt>
          <cx:pt idx="11072">37.5</cx:pt>
          <cx:pt idx="11073">25.5</cx:pt>
          <cx:pt idx="11074">47.5</cx:pt>
          <cx:pt idx="11075">59</cx:pt>
          <cx:pt idx="11076">21</cx:pt>
          <cx:pt idx="11077">26.5</cx:pt>
          <cx:pt idx="11078">26</cx:pt>
          <cx:pt idx="11079">32</cx:pt>
          <cx:pt idx="11080">34</cx:pt>
          <cx:pt idx="11081">23.5</cx:pt>
          <cx:pt idx="11082">59</cx:pt>
          <cx:pt idx="11083">22</cx:pt>
          <cx:pt idx="11084">63.5</cx:pt>
          <cx:pt idx="11085">61</cx:pt>
          <cx:pt idx="11086">32</cx:pt>
          <cx:pt idx="11087">29</cx:pt>
          <cx:pt idx="11088">23</cx:pt>
          <cx:pt idx="11089">24</cx:pt>
          <cx:pt idx="11090">62</cx:pt>
          <cx:pt idx="11091">45</cx:pt>
          <cx:pt idx="11092">25.5</cx:pt>
          <cx:pt idx="11093">45.5</cx:pt>
          <cx:pt idx="11094">19</cx:pt>
          <cx:pt idx="11095">29.5</cx:pt>
          <cx:pt idx="11096">25.5</cx:pt>
          <cx:pt idx="11097">34.5</cx:pt>
          <cx:pt idx="11098">47.5</cx:pt>
          <cx:pt idx="11099">32.5</cx:pt>
          <cx:pt idx="11100">23</cx:pt>
          <cx:pt idx="11101">28</cx:pt>
          <cx:pt idx="11102">33</cx:pt>
          <cx:pt idx="11103">44</cx:pt>
          <cx:pt idx="11104">20.5</cx:pt>
          <cx:pt idx="11105">33.5</cx:pt>
          <cx:pt idx="11106">33</cx:pt>
          <cx:pt idx="11107">30.5</cx:pt>
          <cx:pt idx="11108">34</cx:pt>
          <cx:pt idx="11109">31.5</cx:pt>
          <cx:pt idx="11110">29</cx:pt>
          <cx:pt idx="11111">21</cx:pt>
          <cx:pt idx="11112">64.5</cx:pt>
          <cx:pt idx="11113">30</cx:pt>
          <cx:pt idx="11114">37.5</cx:pt>
          <cx:pt idx="11115">21</cx:pt>
          <cx:pt idx="11116">26</cx:pt>
          <cx:pt idx="11117">38.5</cx:pt>
          <cx:pt idx="11118">26</cx:pt>
          <cx:pt idx="11119">26.5</cx:pt>
          <cx:pt idx="11120">33</cx:pt>
          <cx:pt idx="11121">30</cx:pt>
          <cx:pt idx="11122">41</cx:pt>
          <cx:pt idx="11123">21.5</cx:pt>
          <cx:pt idx="11124">25.5</cx:pt>
          <cx:pt idx="11125">22</cx:pt>
          <cx:pt idx="11126">34</cx:pt>
          <cx:pt idx="11127">26.5</cx:pt>
          <cx:pt idx="11128">20</cx:pt>
          <cx:pt idx="11129">30.5</cx:pt>
          <cx:pt idx="11130">34</cx:pt>
          <cx:pt idx="11131">53</cx:pt>
          <cx:pt idx="11132">26.5</cx:pt>
          <cx:pt idx="11133">60</cx:pt>
          <cx:pt idx="11134">33</cx:pt>
          <cx:pt idx="11135">52.5</cx:pt>
          <cx:pt idx="11136">29.5</cx:pt>
          <cx:pt idx="11137">31</cx:pt>
          <cx:pt idx="11138">45.5</cx:pt>
          <cx:pt idx="11139">28</cx:pt>
          <cx:pt idx="11140">30</cx:pt>
          <cx:pt idx="11141">18</cx:pt>
          <cx:pt idx="11142">59.5</cx:pt>
          <cx:pt idx="11143">30.5</cx:pt>
          <cx:pt idx="11144">31.5</cx:pt>
          <cx:pt idx="11145">35.5</cx:pt>
          <cx:pt idx="11146">35</cx:pt>
          <cx:pt idx="11147">42</cx:pt>
          <cx:pt idx="11148">38</cx:pt>
          <cx:pt idx="11149">43</cx:pt>
          <cx:pt idx="11150">43.5</cx:pt>
          <cx:pt idx="11151">21.5</cx:pt>
          <cx:pt idx="11152">22.5</cx:pt>
          <cx:pt idx="11153">47.5</cx:pt>
          <cx:pt idx="11154">24</cx:pt>
          <cx:pt idx="11155">40.5</cx:pt>
          <cx:pt idx="11156">45</cx:pt>
          <cx:pt idx="11157">57</cx:pt>
          <cx:pt idx="11158">30.5</cx:pt>
          <cx:pt idx="11159">37</cx:pt>
          <cx:pt idx="11160">19.5</cx:pt>
          <cx:pt idx="11161">27.5</cx:pt>
          <cx:pt idx="11162">18.5</cx:pt>
          <cx:pt idx="11163">29</cx:pt>
          <cx:pt idx="11164">60.5</cx:pt>
          <cx:pt idx="11165">24</cx:pt>
          <cx:pt idx="11166">24.5</cx:pt>
          <cx:pt idx="11167">53.5</cx:pt>
          <cx:pt idx="11168">53.5</cx:pt>
          <cx:pt idx="11169">25</cx:pt>
          <cx:pt idx="11170">46</cx:pt>
          <cx:pt idx="11171">48</cx:pt>
          <cx:pt idx="11172">31.5</cx:pt>
          <cx:pt idx="11173">64.5</cx:pt>
          <cx:pt idx="11174">45.5</cx:pt>
          <cx:pt idx="11175">42</cx:pt>
          <cx:pt idx="11176">28</cx:pt>
          <cx:pt idx="11177">21.5</cx:pt>
          <cx:pt idx="11178">47</cx:pt>
        </cx:lvl>
      </cx:numDim>
    </cx:data>
  </cx:chartData>
  <cx:chart>
    <cx:title pos="t" align="ctr" overlay="0">
      <cx:tx>
        <cx:rich>
          <a:bodyPr spcFirstLastPara="1" vertOverflow="ellipsis" wrap="square" lIns="0" tIns="0" rIns="0" bIns="0" anchor="ctr" anchorCtr="1"/>
          <a:lstStyle/>
          <a:p>
            <a:pPr algn="ctr">
              <a:defRPr sz="2000">
                <a:solidFill>
                  <a:schemeClr val="tx1"/>
                </a:solidFill>
                <a:latin typeface="Bahnschrift Light" panose="020B0502040204020203" pitchFamily="34" charset="0"/>
                <a:ea typeface="Bahnschrift Light" panose="020B0502040204020203" pitchFamily="34" charset="0"/>
                <a:cs typeface="Bahnschrift Light" panose="020B0502040204020203" pitchFamily="34" charset="0"/>
              </a:defRPr>
            </a:pPr>
            <a:r>
              <a:rPr lang="ru-RU" sz="2400" dirty="0">
                <a:solidFill>
                  <a:schemeClr val="tx1"/>
                </a:solidFill>
                <a:latin typeface="Bahnschrift Light" panose="020B0502040204020203" pitchFamily="34" charset="0"/>
              </a:rPr>
              <a:t>Распределение индивидов в выборке по возрасту, чел.</a:t>
            </a:r>
          </a:p>
        </cx:rich>
      </cx:tx>
    </cx:title>
    <cx:plotArea>
      <cx:plotAreaRegion>
        <cx:series layoutId="clusteredColumn" uniqueId="{8A4DF74A-D2E0-45CA-8424-89DA156BFABC}">
          <cx:tx>
            <cx:txData>
              <cx:f>Лист2!$A$1</cx:f>
              <cx:v>age</cx:v>
            </cx:txData>
          </cx:tx>
          <cx:dataId val="0"/>
          <cx:layoutPr>
            <cx:binning intervalClosed="r">
              <cx:binSize val="3"/>
            </cx:binning>
          </cx:layoutPr>
        </cx:series>
      </cx:plotAreaRegion>
      <cx:axis id="0" hidden="1">
        <cx:catScaling gapWidth="0"/>
        <cx:majorTickMarks type="cross"/>
        <cx:tickLabels/>
        <cx:txPr>
          <a:bodyPr spcFirstLastPara="1" vertOverflow="ellipsis" wrap="square" lIns="0" tIns="0" rIns="0" bIns="0" anchor="ctr" anchorCtr="1"/>
          <a:lstStyle/>
          <a:p>
            <a:pPr>
              <a:defRPr sz="1600">
                <a:solidFill>
                  <a:schemeClr val="tx1"/>
                </a:solidFill>
                <a:latin typeface="Bahnschrift Light" panose="020B0502040204020203" pitchFamily="34" charset="0"/>
                <a:ea typeface="Bahnschrift Light" panose="020B0502040204020203" pitchFamily="34" charset="0"/>
                <a:cs typeface="Bahnschrift Light" panose="020B0502040204020203" pitchFamily="34" charset="0"/>
              </a:defRPr>
            </a:pPr>
            <a:endParaRPr lang="ru-RU" sz="1600">
              <a:solidFill>
                <a:schemeClr val="tx1"/>
              </a:solidFill>
              <a:latin typeface="Bahnschrift Light" panose="020B0502040204020203" pitchFamily="34" charset="0"/>
            </a:endParaRPr>
          </a:p>
        </cx:txPr>
      </cx:axis>
      <cx:axis id="1">
        <cx:valScaling/>
        <cx:majorGridlines/>
        <cx:tickLabels/>
        <cx:txPr>
          <a:bodyPr spcFirstLastPara="1" vertOverflow="ellipsis" wrap="square" lIns="0" tIns="0" rIns="0" bIns="0" anchor="ctr" anchorCtr="1"/>
          <a:lstStyle/>
          <a:p>
            <a:pPr>
              <a:defRPr sz="1600">
                <a:solidFill>
                  <a:schemeClr val="tx1"/>
                </a:solidFill>
                <a:latin typeface="Bahnschrift Light" panose="020B0502040204020203" pitchFamily="34" charset="0"/>
                <a:ea typeface="Bahnschrift Light" panose="020B0502040204020203" pitchFamily="34" charset="0"/>
                <a:cs typeface="Bahnschrift Light" panose="020B0502040204020203" pitchFamily="34" charset="0"/>
              </a:defRPr>
            </a:pPr>
            <a:endParaRPr lang="ru-RU" sz="1600">
              <a:solidFill>
                <a:schemeClr val="tx1"/>
              </a:solidFill>
              <a:latin typeface="Bahnschrift Light" panose="020B0502040204020203" pitchFamily="34" charset="0"/>
            </a:endParaRPr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3D014-D043-4D37-A286-2D22803865D4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B4C49-8A23-44F9-878C-9A1D5C7AF2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12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Какова</a:t>
            </a:r>
            <a:r>
              <a:rPr lang="ru-RU" baseline="0" dirty="0" smtClean="0"/>
              <a:t> область эффективного применения МО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73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579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688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44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352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Формула учета в ставке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80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799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4C49-8A23-44F9-878C-9A1D5C7AF21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981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A7E5-BD52-472E-ADF4-D6F1F5DB51CF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20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EA75-5850-4C2D-89BB-C66460828169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2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BBD4-9F80-4698-9918-7F5E184370A0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2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04EC-BD8B-4415-8EFA-800A1485F8CA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1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412B2-61A1-4763-90B3-F87D39537B07}" type="datetime1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4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5B52-20C9-4FE3-BBD0-F1672573EC4B}" type="datetime1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34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06A6-678E-4C5C-A109-D641669928CD}" type="datetime1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45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DF8E-04DF-4A9F-B90F-A06101B0B321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82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6157-20E3-493E-BF3D-892DC8D875E2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27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69A1D-F34A-44D9-AB56-9782E60BFE70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05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DE40-115C-4DE6-B0AB-F58441863F35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16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1F150-80DB-4FE7-A838-359E5046ABAE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0A8-82FB-4C01-8D53-A415F39A2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13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53210" y="1290335"/>
            <a:ext cx="9144000" cy="2387600"/>
          </a:xfrm>
        </p:spPr>
        <p:txBody>
          <a:bodyPr>
            <a:noAutofit/>
          </a:bodyPr>
          <a:lstStyle/>
          <a:p>
            <a:r>
              <a:rPr lang="ru-RU" sz="3800" dirty="0" smtClean="0">
                <a:latin typeface="Century" panose="02040604050505020304" pitchFamily="18" charset="0"/>
              </a:rPr>
              <a:t>«Прогнозирование риска в страховании жизни с применением методов машинного обучения»</a:t>
            </a:r>
            <a:endParaRPr lang="ru-RU" sz="3800" dirty="0">
              <a:latin typeface="Century" panose="020406040505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059016"/>
            <a:ext cx="8362951" cy="1301217"/>
          </a:xfrm>
          <a:prstGeom prst="rect">
            <a:avLst/>
          </a:prstGeom>
          <a:solidFill>
            <a:srgbClr val="9E9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431399" y="5059016"/>
            <a:ext cx="3758492" cy="1301217"/>
          </a:xfrm>
          <a:prstGeom prst="rect">
            <a:avLst/>
          </a:prstGeom>
          <a:solidFill>
            <a:srgbClr val="791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37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02023"/>
            <a:ext cx="10980906" cy="4857277"/>
          </a:xfrm>
        </p:spPr>
        <p:txBody>
          <a:bodyPr>
            <a:normAutofit lnSpcReduction="10000"/>
          </a:bodyPr>
          <a:lstStyle/>
          <a:p>
            <a:pPr marL="360363" indent="-360363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ru-RU" dirty="0" smtClean="0">
                <a:latin typeface="Bahnschrift Light" panose="020B0502040204020203" pitchFamily="34" charset="0"/>
              </a:rPr>
              <a:t>Точность оценки </a:t>
            </a:r>
            <a:r>
              <a:rPr lang="ru-RU" dirty="0">
                <a:latin typeface="Bahnschrift Light" panose="020B0502040204020203" pitchFamily="34" charset="0"/>
              </a:rPr>
              <a:t>рисков является залогом </a:t>
            </a:r>
            <a:r>
              <a:rPr lang="ru-RU" dirty="0" smtClean="0">
                <a:latin typeface="Bahnschrift Light" panose="020B0502040204020203" pitchFamily="34" charset="0"/>
              </a:rPr>
              <a:t>прибыльности страхового бизнеса и эффективности страховой системы</a:t>
            </a:r>
          </a:p>
          <a:p>
            <a:pPr marL="360363" indent="-360363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ru-RU" dirty="0" smtClean="0">
                <a:latin typeface="Bahnschrift Light" panose="020B0502040204020203" pitchFamily="34" charset="0"/>
              </a:rPr>
              <a:t>Методы продвинутой аналитики данных позволяют автоматизировать процессы актуарных расчетов, </a:t>
            </a:r>
            <a:r>
              <a:rPr lang="ru-RU" dirty="0" err="1" smtClean="0">
                <a:latin typeface="Bahnschrift Light" panose="020B0502040204020203" pitchFamily="34" charset="0"/>
              </a:rPr>
              <a:t>андеррайтинга</a:t>
            </a:r>
            <a:endParaRPr lang="ru-RU" dirty="0">
              <a:latin typeface="Bahnschrift Light" panose="020B0502040204020203" pitchFamily="34" charset="0"/>
            </a:endParaRPr>
          </a:p>
          <a:p>
            <a:pPr marL="360363" indent="-360363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ru-RU" dirty="0" smtClean="0">
                <a:latin typeface="Bahnschrift Light" panose="020B0502040204020203" pitchFamily="34" charset="0"/>
              </a:rPr>
              <a:t>Область страхования предоставляет необходимый информационный базис для применения методов аналитики данных</a:t>
            </a:r>
          </a:p>
          <a:p>
            <a:pPr marL="360363" indent="-360363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ru-RU" dirty="0" smtClean="0">
                <a:latin typeface="Bahnschrift Light" panose="020B0502040204020203" pitchFamily="34" charset="0"/>
              </a:rPr>
              <a:t>Отсутствие консенсуса относительно эффективности использования методов машинного обучения для оценки рисков в страховании жизни</a:t>
            </a:r>
          </a:p>
        </p:txBody>
      </p:sp>
      <p:sp>
        <p:nvSpPr>
          <p:cNvPr id="16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58706" y="189073"/>
            <a:ext cx="351183" cy="410127"/>
          </a:xfrm>
        </p:spPr>
        <p:txBody>
          <a:bodyPr/>
          <a:lstStyle/>
          <a:p>
            <a:fld id="{6E4A30A8-82FB-4C01-8D53-A415F39A2B1E}" type="slidenum">
              <a:rPr lang="ru-RU" sz="2200" smtClean="0">
                <a:latin typeface="Bahnschrift" panose="020B0502040204020203" pitchFamily="34" charset="0"/>
              </a:rPr>
              <a:t>2</a:t>
            </a:fld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Актуальность применения методов машинного обучения в страховании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6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705" y="5134905"/>
            <a:ext cx="11957573" cy="11106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 smtClean="0">
                <a:latin typeface="Bahnschrift Light" panose="020B0502040204020203" pitchFamily="34" charset="0"/>
              </a:rPr>
              <a:t>Цель исследования: </a:t>
            </a:r>
            <a:r>
              <a:rPr lang="ru-RU" dirty="0" smtClean="0">
                <a:latin typeface="Bahnschrift Light" panose="020B0502040204020203" pitchFamily="34" charset="0"/>
              </a:rPr>
              <a:t>оценка потенциала машинного обучения при прогнозировании риска в страховании жизни</a:t>
            </a:r>
          </a:p>
        </p:txBody>
      </p:sp>
      <p:sp>
        <p:nvSpPr>
          <p:cNvPr id="22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3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Исследовательский вопрос, цель, задачи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6">
            <a:extLst>
              <a:ext uri="{FF2B5EF4-FFF2-40B4-BE49-F238E27FC236}">
                <a16:creationId xmlns:a16="http://schemas.microsoft.com/office/drawing/2014/main" id="{62744D03-A5E7-09C7-206B-411B6EA22AFF}"/>
              </a:ext>
            </a:extLst>
          </p:cNvPr>
          <p:cNvGrpSpPr/>
          <p:nvPr/>
        </p:nvGrpSpPr>
        <p:grpSpPr>
          <a:xfrm>
            <a:off x="55744" y="2822551"/>
            <a:ext cx="1911146" cy="2027743"/>
            <a:chOff x="495491" y="1087655"/>
            <a:chExt cx="1918256" cy="4811880"/>
          </a:xfrm>
        </p:grpSpPr>
        <p:sp>
          <p:nvSpPr>
            <p:cNvPr id="7" name="Rectangle: Top Corners Rounded 57">
              <a:extLst>
                <a:ext uri="{FF2B5EF4-FFF2-40B4-BE49-F238E27FC236}">
                  <a16:creationId xmlns:a16="http://schemas.microsoft.com/office/drawing/2014/main" id="{2479223D-38A6-779B-9846-16BBD1B4C56C}"/>
                </a:ext>
              </a:extLst>
            </p:cNvPr>
            <p:cNvSpPr/>
            <p:nvPr/>
          </p:nvSpPr>
          <p:spPr bwMode="auto">
            <a:xfrm>
              <a:off x="495491" y="1087655"/>
              <a:ext cx="1918256" cy="722096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rgbClr val="79181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Задача №</a:t>
              </a:r>
              <a:r>
                <a:rPr lang="en-US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Rectangle 58">
              <a:extLst>
                <a:ext uri="{FF2B5EF4-FFF2-40B4-BE49-F238E27FC236}">
                  <a16:creationId xmlns:a16="http://schemas.microsoft.com/office/drawing/2014/main" id="{D330FF44-C072-0C5F-AE0A-C297A480199B}"/>
                </a:ext>
              </a:extLst>
            </p:cNvPr>
            <p:cNvSpPr/>
            <p:nvPr/>
          </p:nvSpPr>
          <p:spPr bwMode="auto">
            <a:xfrm>
              <a:off x="495491" y="1809746"/>
              <a:ext cx="1918256" cy="40897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9144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ru-RU" dirty="0">
                  <a:latin typeface="Bahnschrift Light" panose="020B0502040204020203" pitchFamily="34" charset="0"/>
                </a:rPr>
                <a:t>Определить содержание понятия риска в страховании </a:t>
              </a:r>
              <a:r>
                <a:rPr lang="ru-RU" dirty="0" smtClean="0">
                  <a:latin typeface="Bahnschrift Light" panose="020B0502040204020203" pitchFamily="34" charset="0"/>
                </a:rPr>
                <a:t>жизни</a:t>
              </a:r>
              <a:endParaRPr lang="ru-RU" dirty="0">
                <a:latin typeface="Bahnschrift Light" panose="020B0502040204020203" pitchFamily="34" charset="0"/>
              </a:endParaRPr>
            </a:p>
          </p:txBody>
        </p:sp>
      </p:grpSp>
      <p:grpSp>
        <p:nvGrpSpPr>
          <p:cNvPr id="9" name="Group 61">
            <a:extLst>
              <a:ext uri="{FF2B5EF4-FFF2-40B4-BE49-F238E27FC236}">
                <a16:creationId xmlns:a16="http://schemas.microsoft.com/office/drawing/2014/main" id="{279A17A3-1F98-AAF1-03FF-D0EA87B32156}"/>
              </a:ext>
            </a:extLst>
          </p:cNvPr>
          <p:cNvGrpSpPr/>
          <p:nvPr/>
        </p:nvGrpSpPr>
        <p:grpSpPr>
          <a:xfrm>
            <a:off x="2299883" y="2822551"/>
            <a:ext cx="2231463" cy="2027741"/>
            <a:chOff x="495491" y="1087655"/>
            <a:chExt cx="1918256" cy="4889532"/>
          </a:xfrm>
        </p:grpSpPr>
        <p:sp>
          <p:nvSpPr>
            <p:cNvPr id="10" name="Rectangle: Top Corners Rounded 62">
              <a:extLst>
                <a:ext uri="{FF2B5EF4-FFF2-40B4-BE49-F238E27FC236}">
                  <a16:creationId xmlns:a16="http://schemas.microsoft.com/office/drawing/2014/main" id="{A49718EC-404E-73A8-2DDF-C7827AF4A67D}"/>
                </a:ext>
              </a:extLst>
            </p:cNvPr>
            <p:cNvSpPr/>
            <p:nvPr/>
          </p:nvSpPr>
          <p:spPr bwMode="auto">
            <a:xfrm>
              <a:off x="495491" y="1087655"/>
              <a:ext cx="1918256" cy="722095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rgbClr val="9E9F9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Задача №</a:t>
              </a:r>
              <a:r>
                <a:rPr lang="en-US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11" name="Rectangle 63">
              <a:extLst>
                <a:ext uri="{FF2B5EF4-FFF2-40B4-BE49-F238E27FC236}">
                  <a16:creationId xmlns:a16="http://schemas.microsoft.com/office/drawing/2014/main" id="{8E01FAC5-A5F0-C908-CFE5-3BC594241EE7}"/>
                </a:ext>
              </a:extLst>
            </p:cNvPr>
            <p:cNvSpPr/>
            <p:nvPr/>
          </p:nvSpPr>
          <p:spPr bwMode="auto">
            <a:xfrm>
              <a:off x="495491" y="1809751"/>
              <a:ext cx="1918256" cy="4167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9144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ru-RU" dirty="0">
                  <a:latin typeface="Bahnschrift Light" panose="020B0502040204020203" pitchFamily="34" charset="0"/>
                </a:rPr>
                <a:t>Рассмотреть существующие методы прогнозирования </a:t>
              </a:r>
              <a:r>
                <a:rPr lang="ru-RU" dirty="0" smtClean="0">
                  <a:latin typeface="Bahnschrift Light" panose="020B0502040204020203" pitchFamily="34" charset="0"/>
                </a:rPr>
                <a:t>рисков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64">
            <a:extLst>
              <a:ext uri="{FF2B5EF4-FFF2-40B4-BE49-F238E27FC236}">
                <a16:creationId xmlns:a16="http://schemas.microsoft.com/office/drawing/2014/main" id="{622551B9-6DD2-1F73-B568-20E75974D31C}"/>
              </a:ext>
            </a:extLst>
          </p:cNvPr>
          <p:cNvGrpSpPr/>
          <p:nvPr/>
        </p:nvGrpSpPr>
        <p:grpSpPr>
          <a:xfrm>
            <a:off x="4864339" y="2830695"/>
            <a:ext cx="2029764" cy="2019600"/>
            <a:chOff x="495491" y="1087653"/>
            <a:chExt cx="1918256" cy="4857581"/>
          </a:xfrm>
        </p:grpSpPr>
        <p:sp>
          <p:nvSpPr>
            <p:cNvPr id="13" name="Rectangle: Top Corners Rounded 65">
              <a:extLst>
                <a:ext uri="{FF2B5EF4-FFF2-40B4-BE49-F238E27FC236}">
                  <a16:creationId xmlns:a16="http://schemas.microsoft.com/office/drawing/2014/main" id="{3A75100A-EEA2-63D6-33C1-EAAB2E1D5D33}"/>
                </a:ext>
              </a:extLst>
            </p:cNvPr>
            <p:cNvSpPr/>
            <p:nvPr/>
          </p:nvSpPr>
          <p:spPr bwMode="auto">
            <a:xfrm>
              <a:off x="495491" y="1087653"/>
              <a:ext cx="1918256" cy="733876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rgbClr val="00206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Задача №</a:t>
              </a:r>
              <a:r>
                <a:rPr lang="en-US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3</a:t>
              </a:r>
            </a:p>
          </p:txBody>
        </p:sp>
        <p:sp>
          <p:nvSpPr>
            <p:cNvPr id="14" name="Rectangle 67">
              <a:extLst>
                <a:ext uri="{FF2B5EF4-FFF2-40B4-BE49-F238E27FC236}">
                  <a16:creationId xmlns:a16="http://schemas.microsoft.com/office/drawing/2014/main" id="{4D0773F9-6AE3-A99A-130A-BA167A2E6F92}"/>
                </a:ext>
              </a:extLst>
            </p:cNvPr>
            <p:cNvSpPr/>
            <p:nvPr/>
          </p:nvSpPr>
          <p:spPr bwMode="auto">
            <a:xfrm>
              <a:off x="495491" y="1809753"/>
              <a:ext cx="1918256" cy="413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9144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ru-RU" dirty="0">
                  <a:latin typeface="Bahnschrift Light" panose="020B0502040204020203" pitchFamily="34" charset="0"/>
                </a:rPr>
                <a:t>Спрогнозировать риск </a:t>
              </a:r>
              <a:r>
                <a:rPr lang="ru-RU" dirty="0" smtClean="0">
                  <a:latin typeface="Bahnschrift Light" panose="020B0502040204020203" pitchFamily="34" charset="0"/>
                </a:rPr>
                <a:t>с </a:t>
              </a:r>
              <a:r>
                <a:rPr lang="ru-RU" dirty="0">
                  <a:latin typeface="Bahnschrift Light" panose="020B0502040204020203" pitchFamily="34" charset="0"/>
                </a:rPr>
                <a:t>учетом индивидуальных </a:t>
              </a:r>
              <a:r>
                <a:rPr lang="ru-RU" dirty="0" smtClean="0">
                  <a:latin typeface="Bahnschrift Light" panose="020B0502040204020203" pitchFamily="34" charset="0"/>
                </a:rPr>
                <a:t>особенностей индивидов</a:t>
              </a:r>
              <a:endParaRPr lang="ru-RU" dirty="0">
                <a:latin typeface="Bahnschrift Light" panose="020B0502040204020203" pitchFamily="34" charset="0"/>
              </a:endParaRPr>
            </a:p>
          </p:txBody>
        </p:sp>
      </p:grpSp>
      <p:grpSp>
        <p:nvGrpSpPr>
          <p:cNvPr id="15" name="Group 68">
            <a:extLst>
              <a:ext uri="{FF2B5EF4-FFF2-40B4-BE49-F238E27FC236}">
                <a16:creationId xmlns:a16="http://schemas.microsoft.com/office/drawing/2014/main" id="{6A9837B7-BC30-ED12-6A17-2CCD404BCCF5}"/>
              </a:ext>
            </a:extLst>
          </p:cNvPr>
          <p:cNvGrpSpPr/>
          <p:nvPr/>
        </p:nvGrpSpPr>
        <p:grpSpPr>
          <a:xfrm>
            <a:off x="7172816" y="2830695"/>
            <a:ext cx="2381020" cy="2019597"/>
            <a:chOff x="481353" y="924591"/>
            <a:chExt cx="1918257" cy="4931378"/>
          </a:xfrm>
        </p:grpSpPr>
        <p:sp>
          <p:nvSpPr>
            <p:cNvPr id="16" name="Rectangle: Top Corners Rounded 69">
              <a:extLst>
                <a:ext uri="{FF2B5EF4-FFF2-40B4-BE49-F238E27FC236}">
                  <a16:creationId xmlns:a16="http://schemas.microsoft.com/office/drawing/2014/main" id="{6A13E014-4143-A00A-B350-201DD19354B0}"/>
                </a:ext>
              </a:extLst>
            </p:cNvPr>
            <p:cNvSpPr/>
            <p:nvPr/>
          </p:nvSpPr>
          <p:spPr bwMode="auto">
            <a:xfrm>
              <a:off x="481353" y="924591"/>
              <a:ext cx="1918256" cy="753274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Задача №</a:t>
              </a:r>
              <a:r>
                <a:rPr lang="en-US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4</a:t>
              </a:r>
            </a:p>
          </p:txBody>
        </p:sp>
        <p:sp>
          <p:nvSpPr>
            <p:cNvPr id="17" name="Rectangle 70">
              <a:extLst>
                <a:ext uri="{FF2B5EF4-FFF2-40B4-BE49-F238E27FC236}">
                  <a16:creationId xmlns:a16="http://schemas.microsoft.com/office/drawing/2014/main" id="{C0B8DE31-BB25-9A51-F622-C7081E939187}"/>
                </a:ext>
              </a:extLst>
            </p:cNvPr>
            <p:cNvSpPr/>
            <p:nvPr/>
          </p:nvSpPr>
          <p:spPr bwMode="auto">
            <a:xfrm>
              <a:off x="481354" y="1599663"/>
              <a:ext cx="1918256" cy="42563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9144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ru-RU" dirty="0">
                  <a:latin typeface="Bahnschrift Light" panose="020B0502040204020203" pitchFamily="34" charset="0"/>
                </a:rPr>
                <a:t>Сравнить точность прогноза модели машинного обучения и статистической модели</a:t>
              </a:r>
            </a:p>
          </p:txBody>
        </p:sp>
      </p:grpSp>
      <p:sp>
        <p:nvSpPr>
          <p:cNvPr id="18" name="Arrow: Right 8">
            <a:extLst>
              <a:ext uri="{FF2B5EF4-FFF2-40B4-BE49-F238E27FC236}">
                <a16:creationId xmlns:a16="http://schemas.microsoft.com/office/drawing/2014/main" id="{0B71EFA9-F34A-8057-2DE5-DB838EF5163F}"/>
              </a:ext>
            </a:extLst>
          </p:cNvPr>
          <p:cNvSpPr/>
          <p:nvPr/>
        </p:nvSpPr>
        <p:spPr bwMode="auto">
          <a:xfrm>
            <a:off x="2000497" y="3726900"/>
            <a:ext cx="252238" cy="36977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19" name="Group 68">
            <a:extLst>
              <a:ext uri="{FF2B5EF4-FFF2-40B4-BE49-F238E27FC236}">
                <a16:creationId xmlns:a16="http://schemas.microsoft.com/office/drawing/2014/main" id="{62C6102F-5BA5-6A4C-9668-0BE87C53DA24}"/>
              </a:ext>
            </a:extLst>
          </p:cNvPr>
          <p:cNvGrpSpPr/>
          <p:nvPr/>
        </p:nvGrpSpPr>
        <p:grpSpPr>
          <a:xfrm>
            <a:off x="9886010" y="2823638"/>
            <a:ext cx="2273205" cy="2026654"/>
            <a:chOff x="495491" y="1157180"/>
            <a:chExt cx="1918256" cy="4787883"/>
          </a:xfrm>
        </p:grpSpPr>
        <p:sp>
          <p:nvSpPr>
            <p:cNvPr id="20" name="Rectangle: Top Corners Rounded 69">
              <a:extLst>
                <a:ext uri="{FF2B5EF4-FFF2-40B4-BE49-F238E27FC236}">
                  <a16:creationId xmlns:a16="http://schemas.microsoft.com/office/drawing/2014/main" id="{A6AADFCD-127E-9F44-47B2-7C783CA2EDD2}"/>
                </a:ext>
              </a:extLst>
            </p:cNvPr>
            <p:cNvSpPr/>
            <p:nvPr/>
          </p:nvSpPr>
          <p:spPr bwMode="auto">
            <a:xfrm>
              <a:off x="495491" y="1157180"/>
              <a:ext cx="1918256" cy="725933"/>
            </a:xfrm>
            <a:prstGeom prst="round2SameRect">
              <a:avLst>
                <a:gd name="adj1" fmla="val 8975"/>
                <a:gd name="adj2" fmla="val 0"/>
              </a:avLst>
            </a:prstGeom>
            <a:solidFill>
              <a:srgbClr val="79181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Задача №</a:t>
              </a:r>
              <a:r>
                <a:rPr lang="en-US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ru-RU" b="1" dirty="0">
                  <a:solidFill>
                    <a:schemeClr val="bg1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5</a:t>
              </a:r>
              <a:endParaRPr lang="en-US" b="1" dirty="0">
                <a:solidFill>
                  <a:schemeClr val="bg1"/>
                </a:solidFill>
                <a:latin typeface="Bahnschrift Light" panose="020B0502040204020203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70">
              <a:extLst>
                <a:ext uri="{FF2B5EF4-FFF2-40B4-BE49-F238E27FC236}">
                  <a16:creationId xmlns:a16="http://schemas.microsoft.com/office/drawing/2014/main" id="{C4C44A5D-7CDC-36BC-0DC6-099639BBE2BF}"/>
                </a:ext>
              </a:extLst>
            </p:cNvPr>
            <p:cNvSpPr/>
            <p:nvPr/>
          </p:nvSpPr>
          <p:spPr bwMode="auto">
            <a:xfrm>
              <a:off x="495491" y="1809752"/>
              <a:ext cx="1918256" cy="41353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9144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lvl="0" algn="ctr">
                <a:spcAft>
                  <a:spcPts val="900"/>
                </a:spcAft>
              </a:pPr>
              <a:r>
                <a:rPr lang="ru-RU" dirty="0">
                  <a:latin typeface="Bahnschrift Light" panose="020B0502040204020203" pitchFamily="34" charset="0"/>
                </a:rPr>
                <a:t>Обозначить границы </a:t>
              </a:r>
              <a:r>
                <a:rPr lang="ru-RU" dirty="0" smtClean="0">
                  <a:latin typeface="Bahnschrift Light" panose="020B0502040204020203" pitchFamily="34" charset="0"/>
                </a:rPr>
                <a:t>применения </a:t>
              </a:r>
              <a:r>
                <a:rPr lang="ru-RU" dirty="0">
                  <a:latin typeface="Bahnschrift Light" panose="020B0502040204020203" pitchFamily="34" charset="0"/>
                </a:rPr>
                <a:t>и ограничения метода машинного </a:t>
              </a:r>
              <a:r>
                <a:rPr lang="ru-RU" dirty="0" smtClean="0">
                  <a:latin typeface="Bahnschrift Light" panose="020B0502040204020203" pitchFamily="34" charset="0"/>
                </a:rPr>
                <a:t>обучения</a:t>
              </a:r>
              <a:endParaRPr lang="ru-RU" dirty="0"/>
            </a:p>
          </p:txBody>
        </p:sp>
      </p:grpSp>
      <p:sp>
        <p:nvSpPr>
          <p:cNvPr id="25" name="Arrow: Right 8">
            <a:extLst>
              <a:ext uri="{FF2B5EF4-FFF2-40B4-BE49-F238E27FC236}">
                <a16:creationId xmlns:a16="http://schemas.microsoft.com/office/drawing/2014/main" id="{FC9DEE4F-8C85-29E7-4904-8A824BBC4470}"/>
              </a:ext>
            </a:extLst>
          </p:cNvPr>
          <p:cNvSpPr/>
          <p:nvPr/>
        </p:nvSpPr>
        <p:spPr bwMode="auto">
          <a:xfrm>
            <a:off x="4578494" y="3726900"/>
            <a:ext cx="252238" cy="36977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6" name="Arrow: Right 8">
            <a:extLst>
              <a:ext uri="{FF2B5EF4-FFF2-40B4-BE49-F238E27FC236}">
                <a16:creationId xmlns:a16="http://schemas.microsoft.com/office/drawing/2014/main" id="{B105AF38-181E-D290-6CFC-E55B89EA3880}"/>
              </a:ext>
            </a:extLst>
          </p:cNvPr>
          <p:cNvSpPr/>
          <p:nvPr/>
        </p:nvSpPr>
        <p:spPr bwMode="auto">
          <a:xfrm>
            <a:off x="6929028" y="3726900"/>
            <a:ext cx="252238" cy="36977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7" name="Arrow: Right 8">
            <a:extLst>
              <a:ext uri="{FF2B5EF4-FFF2-40B4-BE49-F238E27FC236}">
                <a16:creationId xmlns:a16="http://schemas.microsoft.com/office/drawing/2014/main" id="{79FFB9A9-4B11-FD5A-DD2D-F833E79AA150}"/>
              </a:ext>
            </a:extLst>
          </p:cNvPr>
          <p:cNvSpPr/>
          <p:nvPr/>
        </p:nvSpPr>
        <p:spPr bwMode="auto">
          <a:xfrm>
            <a:off x="9580312" y="3726900"/>
            <a:ext cx="252238" cy="36977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28" name="Объект 2"/>
          <p:cNvSpPr txBox="1">
            <a:spLocks/>
          </p:cNvSpPr>
          <p:nvPr/>
        </p:nvSpPr>
        <p:spPr>
          <a:xfrm>
            <a:off x="158705" y="1079727"/>
            <a:ext cx="11957573" cy="1110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latin typeface="Bahnschrift Light" panose="020B0502040204020203" pitchFamily="34" charset="0"/>
              </a:rPr>
              <a:t>Исследовательский вопрос: </a:t>
            </a:r>
            <a:r>
              <a:rPr lang="ru-RU" dirty="0">
                <a:latin typeface="Bahnschrift Light" panose="020B0502040204020203" pitchFamily="34" charset="0"/>
              </a:rPr>
              <a:t>есть ли место методов машинного обучения в прогнозировании риска в страховании жизни, если есть, то в оно чем заключается?</a:t>
            </a:r>
          </a:p>
        </p:txBody>
      </p:sp>
    </p:spTree>
    <p:extLst>
      <p:ext uri="{BB962C8B-B14F-4D97-AF65-F5344CB8AC3E}">
        <p14:creationId xmlns:p14="http://schemas.microsoft.com/office/powerpoint/2010/main" val="172390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2377" y="706944"/>
            <a:ext cx="11920440" cy="6219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900" b="1" dirty="0" smtClean="0"/>
              <a:t>Содержание понятия риска в страховании жизни:</a:t>
            </a:r>
            <a:endParaRPr lang="en-US" sz="2900" b="1" dirty="0" smtClean="0"/>
          </a:p>
          <a:p>
            <a:r>
              <a:rPr lang="ru-RU" dirty="0" err="1" smtClean="0"/>
              <a:t>Бахматов</a:t>
            </a:r>
            <a:r>
              <a:rPr lang="ru-RU" dirty="0" smtClean="0"/>
              <a:t> </a:t>
            </a:r>
            <a:r>
              <a:rPr lang="ru-RU" dirty="0"/>
              <a:t>А. С., Семенова Е. В. Риск в накопительном страховании жизни: сущность и методы </a:t>
            </a:r>
            <a:r>
              <a:rPr lang="ru-RU" dirty="0" smtClean="0"/>
              <a:t>оценки, 2014</a:t>
            </a:r>
          </a:p>
          <a:p>
            <a:r>
              <a:rPr lang="ru-RU" dirty="0" smtClean="0"/>
              <a:t>Брызгалов </a:t>
            </a:r>
            <a:r>
              <a:rPr lang="ru-RU" dirty="0"/>
              <a:t>Д. В. Теоретические подходы к страхованию жизни: проблемы и пути их </a:t>
            </a:r>
            <a:r>
              <a:rPr lang="ru-RU" dirty="0" smtClean="0"/>
              <a:t>преодоления, 2018</a:t>
            </a:r>
          </a:p>
          <a:p>
            <a:pPr marL="0" indent="0">
              <a:buNone/>
            </a:pPr>
            <a:r>
              <a:rPr lang="ru-RU" sz="2900" b="1" dirty="0" smtClean="0"/>
              <a:t>Методология оценки риска:</a:t>
            </a:r>
          </a:p>
          <a:p>
            <a:r>
              <a:rPr lang="ru-RU" dirty="0" err="1" smtClean="0"/>
              <a:t>Декевич</a:t>
            </a:r>
            <a:r>
              <a:rPr lang="ru-RU" dirty="0" smtClean="0"/>
              <a:t> Д. А., </a:t>
            </a:r>
            <a:r>
              <a:rPr lang="ru-RU" dirty="0" err="1" smtClean="0"/>
              <a:t>Эченикэ</a:t>
            </a:r>
            <a:r>
              <a:rPr lang="ru-RU" dirty="0" smtClean="0"/>
              <a:t> В. Х. </a:t>
            </a:r>
            <a:r>
              <a:rPr lang="ru-RU" dirty="0" err="1" smtClean="0"/>
              <a:t>Андеррайтинг</a:t>
            </a:r>
            <a:r>
              <a:rPr lang="ru-RU" dirty="0" smtClean="0"/>
              <a:t> страхования жизни в Российской Федерации в условиях снижающейся смертности, 2018</a:t>
            </a:r>
          </a:p>
          <a:p>
            <a:r>
              <a:rPr lang="en-US" dirty="0"/>
              <a:t>Cox D. R. Regression Models and </a:t>
            </a:r>
            <a:r>
              <a:rPr lang="en-US" dirty="0" smtClean="0"/>
              <a:t>Life-Tables</a:t>
            </a:r>
            <a:r>
              <a:rPr lang="ru-RU" dirty="0" smtClean="0"/>
              <a:t>, </a:t>
            </a:r>
            <a:r>
              <a:rPr lang="en-US" dirty="0" smtClean="0"/>
              <a:t>1972</a:t>
            </a:r>
            <a:endParaRPr lang="ru-RU" dirty="0" smtClean="0"/>
          </a:p>
          <a:p>
            <a:r>
              <a:rPr lang="en-US" dirty="0"/>
              <a:t>Kaplan E. L., Meier P. Nonparametric estimation from incomplete </a:t>
            </a:r>
            <a:r>
              <a:rPr lang="en-US" dirty="0" smtClean="0"/>
              <a:t>observations</a:t>
            </a:r>
            <a:r>
              <a:rPr lang="ru-RU" dirty="0" smtClean="0"/>
              <a:t>, </a:t>
            </a:r>
            <a:r>
              <a:rPr lang="en-US" dirty="0" smtClean="0"/>
              <a:t>1958</a:t>
            </a:r>
            <a:endParaRPr lang="ru-RU" dirty="0" smtClean="0"/>
          </a:p>
          <a:p>
            <a:r>
              <a:rPr lang="en-US" dirty="0" smtClean="0"/>
              <a:t>Nelson </a:t>
            </a:r>
            <a:r>
              <a:rPr lang="en-US" dirty="0"/>
              <a:t>W. Theory and Applications of Hazard Plotting for Censored Failure </a:t>
            </a:r>
            <a:r>
              <a:rPr lang="en-US" dirty="0" smtClean="0"/>
              <a:t>Data</a:t>
            </a:r>
            <a:r>
              <a:rPr lang="ru-RU" dirty="0" smtClean="0"/>
              <a:t>, </a:t>
            </a:r>
            <a:r>
              <a:rPr lang="en-US" dirty="0" smtClean="0"/>
              <a:t>1972</a:t>
            </a:r>
            <a:endParaRPr lang="ru-RU" dirty="0" smtClean="0"/>
          </a:p>
          <a:p>
            <a:pPr marL="0" indent="0">
              <a:buNone/>
            </a:pPr>
            <a:r>
              <a:rPr lang="ru-RU" sz="2900" b="1" dirty="0" smtClean="0"/>
              <a:t>Применение машинного обучения при оценке риска:</a:t>
            </a:r>
            <a:endParaRPr lang="ru-RU" sz="2900" b="1" dirty="0"/>
          </a:p>
          <a:p>
            <a:r>
              <a:rPr lang="en-US" dirty="0" smtClean="0"/>
              <a:t>Chancel </a:t>
            </a:r>
            <a:r>
              <a:rPr lang="en-US" dirty="0"/>
              <a:t>A. </a:t>
            </a:r>
            <a:r>
              <a:rPr lang="en-US" dirty="0" smtClean="0"/>
              <a:t>et al. Applying </a:t>
            </a:r>
            <a:r>
              <a:rPr lang="en-US" dirty="0"/>
              <a:t>Machine Learning to Life Insurance: some knowledge sharing to master </a:t>
            </a:r>
            <a:r>
              <a:rPr lang="en-US" dirty="0" smtClean="0"/>
              <a:t>it</a:t>
            </a:r>
            <a:r>
              <a:rPr lang="ru-RU" dirty="0" smtClean="0"/>
              <a:t>, </a:t>
            </a:r>
            <a:r>
              <a:rPr lang="en-US" dirty="0" smtClean="0"/>
              <a:t>2022</a:t>
            </a:r>
            <a:endParaRPr lang="ru-RU" dirty="0" smtClean="0"/>
          </a:p>
          <a:p>
            <a:r>
              <a:rPr lang="en-US" dirty="0"/>
              <a:t>Smith H. </a:t>
            </a:r>
            <a:r>
              <a:rPr lang="en-US" dirty="0" smtClean="0"/>
              <a:t>et al. A </a:t>
            </a:r>
            <a:r>
              <a:rPr lang="en-US" dirty="0"/>
              <a:t>scoping methodological review of simulation studies comparing statistical and machine learning approaches to risk prediction for time-to-event </a:t>
            </a:r>
            <a:r>
              <a:rPr lang="en-US" dirty="0" smtClean="0"/>
              <a:t>data</a:t>
            </a:r>
            <a:r>
              <a:rPr lang="ru-RU" dirty="0" smtClean="0"/>
              <a:t>, </a:t>
            </a:r>
            <a:r>
              <a:rPr lang="en-US" dirty="0" smtClean="0"/>
              <a:t>2022</a:t>
            </a:r>
            <a:endParaRPr lang="ru-RU" dirty="0"/>
          </a:p>
        </p:txBody>
      </p:sp>
      <p:sp>
        <p:nvSpPr>
          <p:cNvPr id="11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4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Обзор литературы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3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бъект 2"/>
          <p:cNvSpPr txBox="1">
            <a:spLocks/>
          </p:cNvSpPr>
          <p:nvPr/>
        </p:nvSpPr>
        <p:spPr>
          <a:xfrm>
            <a:off x="7718124" y="872480"/>
            <a:ext cx="3622781" cy="877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 smtClean="0">
                <a:latin typeface="Bahnschrift Light" panose="020B0502040204020203" pitchFamily="34" charset="0"/>
              </a:rPr>
              <a:t>Random Survival Forest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3" name="Объект 2"/>
          <p:cNvSpPr txBox="1">
            <a:spLocks/>
          </p:cNvSpPr>
          <p:nvPr/>
        </p:nvSpPr>
        <p:spPr>
          <a:xfrm>
            <a:off x="334220" y="862164"/>
            <a:ext cx="3852109" cy="11042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 smtClean="0">
                <a:latin typeface="Bahnschrift Light" panose="020B0502040204020203" pitchFamily="34" charset="0"/>
              </a:rPr>
              <a:t>Cox Proportional hazards regression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152470" y="1804772"/>
            <a:ext cx="4732079" cy="129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1. Многомерный анализ: влияние </a:t>
            </a:r>
            <a:r>
              <a:rPr lang="ru-RU" sz="2600" dirty="0" err="1" smtClean="0">
                <a:latin typeface="Bahnschrift Light" panose="020B0502040204020203" pitchFamily="34" charset="0"/>
              </a:rPr>
              <a:t>ковариат</a:t>
            </a:r>
            <a:r>
              <a:rPr lang="ru-RU" sz="2600" dirty="0" smtClean="0">
                <a:latin typeface="Bahnschrift Light" panose="020B0502040204020203" pitchFamily="34" charset="0"/>
              </a:rPr>
              <a:t> на риск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152470" y="2742565"/>
            <a:ext cx="6422316" cy="129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. Гибкость: не требует задания формы распределения базового риска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152470" y="3685917"/>
            <a:ext cx="5624995" cy="129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3. Позволяет строить персональные прогнозы функции выживаемости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7" name="Объект 2"/>
          <p:cNvSpPr txBox="1">
            <a:spLocks/>
          </p:cNvSpPr>
          <p:nvPr/>
        </p:nvSpPr>
        <p:spPr>
          <a:xfrm>
            <a:off x="6594552" y="1729353"/>
            <a:ext cx="5418650" cy="129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1. Устойчивость к переобучению и шуму в данных (ансамбль деревьев, фактор рандомизации)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H="1">
            <a:off x="6425698" y="1557711"/>
            <a:ext cx="2" cy="2973649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бъект 2"/>
          <p:cNvSpPr txBox="1">
            <a:spLocks/>
          </p:cNvSpPr>
          <p:nvPr/>
        </p:nvSpPr>
        <p:spPr>
          <a:xfrm>
            <a:off x="6594552" y="2888594"/>
            <a:ext cx="5583174" cy="129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. Наибольшая возможность интерпретируемости факторов риска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1" name="Объект 2"/>
          <p:cNvSpPr txBox="1">
            <a:spLocks/>
          </p:cNvSpPr>
          <p:nvPr/>
        </p:nvSpPr>
        <p:spPr>
          <a:xfrm>
            <a:off x="6594552" y="3990043"/>
            <a:ext cx="5243637" cy="876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3. Стабильность результатов при изменении выборки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3" name="Объект 2"/>
          <p:cNvSpPr>
            <a:spLocks noGrp="1"/>
          </p:cNvSpPr>
          <p:nvPr>
            <p:ph idx="1"/>
          </p:nvPr>
        </p:nvSpPr>
        <p:spPr>
          <a:xfrm>
            <a:off x="152470" y="5429787"/>
            <a:ext cx="11518241" cy="130773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Bahnschrift Light" panose="020B0502040204020203" pitchFamily="34" charset="0"/>
              </a:rPr>
              <a:t>Гипотеза:</a:t>
            </a:r>
            <a:r>
              <a:rPr lang="ru-RU" dirty="0">
                <a:latin typeface="Bahnschrift Light" panose="020B0502040204020203" pitchFamily="34" charset="0"/>
              </a:rPr>
              <a:t> применение методов машинного обучения позволяет повысить точность прогноза риска в страховании жизни в сравнении со статистическими </a:t>
            </a:r>
            <a:r>
              <a:rPr lang="ru-RU" dirty="0" smtClean="0">
                <a:latin typeface="Bahnschrift Light" panose="020B0502040204020203" pitchFamily="34" charset="0"/>
              </a:rPr>
              <a:t>моделями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24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5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Методология исследования: обоснование выбора моделей для сравнительного анализа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Shape"/>
          <p:cNvSpPr/>
          <p:nvPr/>
        </p:nvSpPr>
        <p:spPr>
          <a:xfrm>
            <a:off x="6011705" y="4651725"/>
            <a:ext cx="827985" cy="718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rgbClr val="26355A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84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8350" y="719846"/>
            <a:ext cx="11350755" cy="518474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Данные Российского мониторинга экономического положения и здоровья населения 2013-2023 гг.</a:t>
            </a: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Сформирована </a:t>
            </a:r>
            <a:r>
              <a:rPr lang="ru-RU" dirty="0" err="1">
                <a:latin typeface="Bahnschrift Light" panose="020B0502040204020203" pitchFamily="34" charset="0"/>
              </a:rPr>
              <a:t>подвыборка</a:t>
            </a:r>
            <a:r>
              <a:rPr lang="ru-RU" dirty="0">
                <a:latin typeface="Bahnschrift Light" panose="020B0502040204020203" pitchFamily="34" charset="0"/>
              </a:rPr>
              <a:t> из </a:t>
            </a:r>
            <a:r>
              <a:rPr lang="ru-RU" dirty="0" smtClean="0">
                <a:latin typeface="Bahnschrift Light" panose="020B0502040204020203" pitchFamily="34" charset="0"/>
              </a:rPr>
              <a:t>11 179 индивидов.</a:t>
            </a:r>
            <a:endParaRPr lang="ru-RU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1093634"/>
              </p:ext>
            </p:extLst>
          </p:nvPr>
        </p:nvGraphicFramePr>
        <p:xfrm>
          <a:off x="468350" y="2261234"/>
          <a:ext cx="4716493" cy="3871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cx="http://schemas.microsoft.com/office/drawing/2014/chartex">
        <mc:Choice Requires="cx">
          <p:graphicFrame>
            <p:nvGraphicFramePr>
              <p:cNvPr id="12" name="Диаграмма 11"/>
              <p:cNvGraphicFramePr/>
              <p:nvPr>
                <p:extLst>
                  <p:ext uri="{D42A27DB-BD31-4B8C-83A1-F6EECF244321}">
                    <p14:modId xmlns:p14="http://schemas.microsoft.com/office/powerpoint/2010/main" val="3506010791"/>
                  </p:ext>
                </p:extLst>
              </p:nvPr>
            </p:nvGraphicFramePr>
            <p:xfrm>
              <a:off x="5548217" y="2312623"/>
              <a:ext cx="5907514" cy="3172397"/>
            </p:xfrm>
            <a:graphic>
              <a:graphicData uri="http://schemas.microsoft.com/office/drawing/2014/chartex">
                <c:chart xmlns:c="http://schemas.openxmlformats.org/drawingml/2006/chart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2" name="Диаграмма 11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8217" y="2312623"/>
                <a:ext cx="5907514" cy="3172397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468350" y="6044367"/>
            <a:ext cx="107088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b="1" dirty="0">
                <a:latin typeface="Bahnschrift Light" panose="020B0502040204020203" pitchFamily="34" charset="0"/>
              </a:rPr>
              <a:t>Источник:</a:t>
            </a:r>
            <a:r>
              <a:rPr lang="ru-RU" sz="1900" dirty="0">
                <a:latin typeface="Bahnschrift Light" panose="020B0502040204020203" pitchFamily="34" charset="0"/>
              </a:rPr>
              <a:t> составлено автором по данным Российского мониторинга экономического положения и здоровья </a:t>
            </a:r>
            <a:r>
              <a:rPr lang="ru-RU" sz="1900" dirty="0" smtClean="0">
                <a:latin typeface="Bahnschrift Light" panose="020B0502040204020203" pitchFamily="34" charset="0"/>
              </a:rPr>
              <a:t>населения</a:t>
            </a:r>
            <a:endParaRPr lang="ru-RU" sz="1900" dirty="0">
              <a:latin typeface="Bahnschrift Light" panose="020B0502040204020203" pitchFamily="34" charset="0"/>
            </a:endParaRPr>
          </a:p>
        </p:txBody>
      </p:sp>
      <p:sp>
        <p:nvSpPr>
          <p:cNvPr id="14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6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Описание данных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05" y="5302417"/>
            <a:ext cx="5139082" cy="81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4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937873"/>
              </p:ext>
            </p:extLst>
          </p:nvPr>
        </p:nvGraphicFramePr>
        <p:xfrm>
          <a:off x="578465" y="784421"/>
          <a:ext cx="11171583" cy="5014209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319524">
                  <a:extLst>
                    <a:ext uri="{9D8B030D-6E8A-4147-A177-3AD203B41FA5}">
                      <a16:colId xmlns:a16="http://schemas.microsoft.com/office/drawing/2014/main" val="1948519037"/>
                    </a:ext>
                  </a:extLst>
                </a:gridCol>
                <a:gridCol w="8852059">
                  <a:extLst>
                    <a:ext uri="{9D8B030D-6E8A-4147-A177-3AD203B41FA5}">
                      <a16:colId xmlns:a16="http://schemas.microsoft.com/office/drawing/2014/main" val="1826805620"/>
                    </a:ext>
                  </a:extLst>
                </a:gridCol>
              </a:tblGrid>
              <a:tr h="41515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Категория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Переменные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>
                    <a:solidFill>
                      <a:srgbClr val="263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27595"/>
                  </a:ext>
                </a:extLst>
              </a:tr>
              <a:tr h="674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Демографические </a:t>
                      </a: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показатели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b="0" dirty="0" smtClean="0">
                          <a:latin typeface="Bahnschrift Light" panose="020B0502040204020203" pitchFamily="34" charset="0"/>
                        </a:rPr>
                        <a:t>Возраст***, пол***</a:t>
                      </a:r>
                      <a:endParaRPr lang="ru-RU" sz="2100" b="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115237459"/>
                  </a:ext>
                </a:extLst>
              </a:tr>
              <a:tr h="132613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Здоровье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Индекс массы тела*,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100" kern="1200" dirty="0" smtClean="0">
                          <a:effectLst/>
                          <a:latin typeface="Bahnschrift Light" panose="020B0502040204020203" pitchFamily="34" charset="0"/>
                        </a:rPr>
                        <a:t>факт госпитализации в течение последних трех месяцев**, наличие сердечно-сосудистых заболеваний**,</a:t>
                      </a:r>
                      <a:r>
                        <a:rPr lang="ru-RU" sz="2100" kern="1200" baseline="0" dirty="0" smtClean="0">
                          <a:effectLst/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100" kern="1200" dirty="0" smtClean="0">
                          <a:effectLst/>
                          <a:latin typeface="Bahnschrift Light" panose="020B0502040204020203" pitchFamily="34" charset="0"/>
                        </a:rPr>
                        <a:t>н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аличие иных </a:t>
                      </a: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хронических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заболеваний и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поставленных диагнозов, субъективная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оценка здоровья</a:t>
                      </a:r>
                      <a:endParaRPr lang="ru-RU" sz="2100" b="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694072300"/>
                  </a:ext>
                </a:extLst>
              </a:tr>
              <a:tr h="97403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Образ жизни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Курение***, </a:t>
                      </a: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употребление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алкоголя*, </a:t>
                      </a: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физическая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активность**, </a:t>
                      </a:r>
                      <a:r>
                        <a:rPr lang="ru-RU" sz="2100" kern="1200" dirty="0" smtClean="0">
                          <a:effectLst/>
                          <a:latin typeface="Bahnschrift Light" panose="020B0502040204020203" pitchFamily="34" charset="0"/>
                        </a:rPr>
                        <a:t>факт обращения к медицинскому работнику для профилактического осмотра**</a:t>
                      </a:r>
                      <a:endParaRPr lang="ru-RU" sz="2100" b="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452495828"/>
                  </a:ext>
                </a:extLst>
              </a:tr>
              <a:tr h="98397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Социально-экономические показатели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100" dirty="0">
                          <a:latin typeface="Bahnschrift Light" panose="020B0502040204020203" pitchFamily="34" charset="0"/>
                        </a:rPr>
                        <a:t>Уровень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дохода**, уровень образования***, занятость***,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семейное положение**, количество человек в домохозяйстве, наличие детей, тип населенного пункта***</a:t>
                      </a:r>
                      <a:endParaRPr lang="ru-RU" sz="2100" b="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2484545987"/>
                  </a:ext>
                </a:extLst>
              </a:tr>
              <a:tr h="59131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Психологический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показатель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Субъективная</a:t>
                      </a:r>
                      <a:r>
                        <a:rPr lang="ru-RU" sz="2100" baseline="0" dirty="0" smtClean="0">
                          <a:latin typeface="Bahnschrift Light" panose="020B0502040204020203" pitchFamily="34" charset="0"/>
                        </a:rPr>
                        <a:t> у</a:t>
                      </a:r>
                      <a:r>
                        <a:rPr lang="ru-RU" sz="2100" dirty="0" smtClean="0">
                          <a:latin typeface="Bahnschrift Light" panose="020B0502040204020203" pitchFamily="34" charset="0"/>
                        </a:rPr>
                        <a:t>довлетворенность жизнью</a:t>
                      </a:r>
                      <a:endParaRPr lang="ru-RU" sz="2100" dirty="0">
                        <a:solidFill>
                          <a:schemeClr val="tx1"/>
                        </a:solidFill>
                        <a:latin typeface="Bahnschrift Light" panose="020B0502040204020203" pitchFamily="34" charset="0"/>
                      </a:endParaRPr>
                    </a:p>
                  </a:txBody>
                  <a:tcPr marL="43513" marR="43513" marT="0" marB="0"/>
                </a:tc>
                <a:extLst>
                  <a:ext uri="{0D108BD9-81ED-4DB2-BD59-A6C34878D82A}">
                    <a16:rowId xmlns:a16="http://schemas.microsoft.com/office/drawing/2014/main" val="388441257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8465" y="5798630"/>
            <a:ext cx="3876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Bahnschrift Light" panose="020B0502040204020203" pitchFamily="34" charset="0"/>
              </a:rPr>
              <a:t>Источник:</a:t>
            </a:r>
            <a:r>
              <a:rPr lang="ru-RU" sz="2000" dirty="0">
                <a:latin typeface="Bahnschrift Light" panose="020B0502040204020203" pitchFamily="34" charset="0"/>
              </a:rPr>
              <a:t> составлено </a:t>
            </a:r>
            <a:r>
              <a:rPr lang="ru-RU" sz="2000" dirty="0" smtClean="0">
                <a:latin typeface="Bahnschrift Light" panose="020B0502040204020203" pitchFamily="34" charset="0"/>
              </a:rPr>
              <a:t>автором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sp>
        <p:nvSpPr>
          <p:cNvPr id="12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7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Описание переменных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8465" y="6150114"/>
            <a:ext cx="1028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Bahnschrift Light" panose="020B0502040204020203" pitchFamily="34" charset="0"/>
              </a:rPr>
              <a:t>Примечание:</a:t>
            </a:r>
            <a:r>
              <a:rPr lang="ru-RU" sz="2000" dirty="0" smtClean="0">
                <a:latin typeface="Bahnschrift Light" panose="020B0502040204020203" pitchFamily="34" charset="0"/>
              </a:rPr>
              <a:t> переменные модели Кокса с обозначениями * - значимы на уровне 10%; ** - значимы на уровне 5%; *** - значимы на уровне 1%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92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9888" y="885438"/>
            <a:ext cx="11480513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dirty="0">
                <a:latin typeface="Bahnschrift Light" panose="020B0502040204020203" pitchFamily="34" charset="0"/>
              </a:rPr>
              <a:t>Направление влияния </a:t>
            </a:r>
            <a:r>
              <a:rPr lang="ru-RU" sz="2500" dirty="0" smtClean="0">
                <a:latin typeface="Bahnschrift Light" panose="020B0502040204020203" pitchFamily="34" charset="0"/>
              </a:rPr>
              <a:t>отдельных переменных </a:t>
            </a:r>
            <a:r>
              <a:rPr lang="ru-RU" sz="2500" dirty="0">
                <a:latin typeface="Bahnschrift Light" panose="020B0502040204020203" pitchFamily="34" charset="0"/>
              </a:rPr>
              <a:t>на риск смерти, согласно </a:t>
            </a:r>
            <a:r>
              <a:rPr lang="en-US" sz="2500" dirty="0">
                <a:latin typeface="Bahnschrift Light" panose="020B0502040204020203" pitchFamily="34" charset="0"/>
              </a:rPr>
              <a:t>Random Survival Forest</a:t>
            </a:r>
            <a:r>
              <a:rPr lang="ru-RU" sz="2500" dirty="0">
                <a:latin typeface="Bahnschrift Light" panose="020B0502040204020203" pitchFamily="34" charset="0"/>
              </a:rPr>
              <a:t>, соответствует результатам модели </a:t>
            </a:r>
            <a:r>
              <a:rPr lang="ru-RU" sz="2500" dirty="0" smtClean="0">
                <a:latin typeface="Bahnschrift Light" panose="020B0502040204020203" pitchFamily="34" charset="0"/>
              </a:rPr>
              <a:t>Кокса</a:t>
            </a:r>
          </a:p>
          <a:p>
            <a:pPr>
              <a:spcBef>
                <a:spcPts val="1800"/>
              </a:spcBef>
            </a:pPr>
            <a:r>
              <a:rPr lang="ru-RU" sz="2500" dirty="0" smtClean="0">
                <a:latin typeface="Bahnschrift Light" panose="020B0502040204020203" pitchFamily="34" charset="0"/>
              </a:rPr>
              <a:t>Модель </a:t>
            </a:r>
            <a:r>
              <a:rPr lang="ru-RU" sz="2500" dirty="0">
                <a:latin typeface="Bahnschrift Light" panose="020B0502040204020203" pitchFamily="34" charset="0"/>
              </a:rPr>
              <a:t>случайного </a:t>
            </a:r>
            <a:r>
              <a:rPr lang="ru-RU" sz="2500" dirty="0">
                <a:latin typeface="Bahnschrift Light" panose="020B0502040204020203" pitchFamily="34" charset="0"/>
              </a:rPr>
              <a:t>леса </a:t>
            </a:r>
            <a:r>
              <a:rPr lang="ru-RU" sz="2500" dirty="0" err="1">
                <a:latin typeface="Bahnschrift Light" panose="020B0502040204020203" pitchFamily="34" charset="0"/>
              </a:rPr>
              <a:t>демонстирует</a:t>
            </a:r>
            <a:r>
              <a:rPr lang="ru-RU" sz="2500" dirty="0">
                <a:latin typeface="Bahnschrift Light" panose="020B0502040204020203" pitchFamily="34" charset="0"/>
              </a:rPr>
              <a:t> неявное двустороннее влияние следующих переменных на риск </a:t>
            </a:r>
            <a:r>
              <a:rPr lang="ru-RU" sz="2500" dirty="0" smtClean="0">
                <a:latin typeface="Bahnschrift Light" panose="020B0502040204020203" pitchFamily="34" charset="0"/>
              </a:rPr>
              <a:t>смерти:</a:t>
            </a:r>
            <a:endParaRPr lang="ru-RU" sz="2500" dirty="0">
              <a:latin typeface="Bahnschrift Light" panose="020B0502040204020203" pitchFamily="34" charset="0"/>
            </a:endParaRPr>
          </a:p>
        </p:txBody>
      </p:sp>
      <p:sp>
        <p:nvSpPr>
          <p:cNvPr id="20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8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Оценка качества моделей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9887" y="4070925"/>
            <a:ext cx="11970327" cy="265425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500" dirty="0" smtClean="0">
                <a:latin typeface="Bahnschrift Light" panose="020B0502040204020203" pitchFamily="34" charset="0"/>
              </a:rPr>
              <a:t>Помимо эффекта </a:t>
            </a:r>
            <a:r>
              <a:rPr lang="ru-RU" sz="2500" dirty="0">
                <a:latin typeface="Bahnschrift Light" panose="020B0502040204020203" pitchFamily="34" charset="0"/>
              </a:rPr>
              <a:t>взаимной поддержки членов домохозяйства </a:t>
            </a:r>
            <a:r>
              <a:rPr lang="ru-RU" sz="2500" dirty="0" smtClean="0">
                <a:latin typeface="Bahnschrift Light" panose="020B0502040204020203" pitchFamily="34" charset="0"/>
              </a:rPr>
              <a:t>существует </a:t>
            </a:r>
            <a:r>
              <a:rPr lang="ru-RU" sz="2500" dirty="0">
                <a:latin typeface="Bahnschrift Light" panose="020B0502040204020203" pitchFamily="34" charset="0"/>
              </a:rPr>
              <a:t>и негативное влияние </a:t>
            </a:r>
            <a:r>
              <a:rPr lang="ru-RU" sz="2500" dirty="0" smtClean="0">
                <a:latin typeface="Bahnschrift Light" panose="020B0502040204020203" pitchFamily="34" charset="0"/>
              </a:rPr>
              <a:t>большого размера домохозяйства, что </a:t>
            </a:r>
            <a:r>
              <a:rPr lang="ru-RU" sz="2500" dirty="0">
                <a:latin typeface="Bahnschrift Light" panose="020B0502040204020203" pitchFamily="34" charset="0"/>
              </a:rPr>
              <a:t>может заключаться в появлении напряженности, в том числе </a:t>
            </a:r>
            <a:r>
              <a:rPr lang="ru-RU" sz="2500" dirty="0" smtClean="0">
                <a:latin typeface="Bahnschrift Light" panose="020B0502040204020203" pitchFamily="34" charset="0"/>
              </a:rPr>
              <a:t>материальной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  <a:defRPr/>
            </a:pPr>
            <a:r>
              <a:rPr lang="ru-RU" sz="2500" dirty="0" smtClean="0">
                <a:latin typeface="Bahnschrift Light" panose="020B0502040204020203" pitchFamily="34" charset="0"/>
              </a:rPr>
              <a:t>Наличие </a:t>
            </a:r>
            <a:r>
              <a:rPr lang="ru-RU" sz="2500" dirty="0">
                <a:latin typeface="Bahnschrift Light" panose="020B0502040204020203" pitchFamily="34" charset="0"/>
              </a:rPr>
              <a:t>заболеваний </a:t>
            </a:r>
            <a:r>
              <a:rPr lang="ru-RU" sz="2500" dirty="0" smtClean="0">
                <a:latin typeface="Bahnschrift Light" panose="020B0502040204020203" pitchFamily="34" charset="0"/>
              </a:rPr>
              <a:t>не </a:t>
            </a:r>
            <a:r>
              <a:rPr lang="ru-RU" sz="2500" dirty="0">
                <a:latin typeface="Bahnschrift Light" panose="020B0502040204020203" pitchFamily="34" charset="0"/>
              </a:rPr>
              <a:t>только </a:t>
            </a:r>
            <a:r>
              <a:rPr lang="ru-RU" sz="2500" dirty="0" smtClean="0">
                <a:latin typeface="Bahnschrift Light" panose="020B0502040204020203" pitchFamily="34" charset="0"/>
              </a:rPr>
              <a:t>снижает качество </a:t>
            </a:r>
            <a:r>
              <a:rPr lang="ru-RU" sz="2500" dirty="0">
                <a:latin typeface="Bahnschrift Light" panose="020B0502040204020203" pitchFamily="34" charset="0"/>
              </a:rPr>
              <a:t>жизни, но и оказывает влияние на поведение человека, вынуждая отказываться от рискованных действий, следовать рекомендациям </a:t>
            </a:r>
            <a:r>
              <a:rPr lang="ru-RU" sz="2500" dirty="0" smtClean="0">
                <a:latin typeface="Bahnschrift Light" panose="020B0502040204020203" pitchFamily="34" charset="0"/>
              </a:rPr>
              <a:t>врачей</a:t>
            </a:r>
            <a:endParaRPr lang="ru-RU" sz="2500" dirty="0">
              <a:latin typeface="Bahnschrift Light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09887" y="2747486"/>
            <a:ext cx="114805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</a:rPr>
              <a:t>К</a:t>
            </a:r>
            <a:r>
              <a:rPr lang="ru-RU" sz="2000" dirty="0" smtClean="0">
                <a:latin typeface="Bahnschrift Light" panose="020B0502040204020203" pitchFamily="34" charset="0"/>
              </a:rPr>
              <a:t>оличество </a:t>
            </a:r>
            <a:r>
              <a:rPr lang="ru-RU" sz="2000" dirty="0">
                <a:latin typeface="Bahnschrift Light" panose="020B0502040204020203" pitchFamily="34" charset="0"/>
              </a:rPr>
              <a:t>человек в </a:t>
            </a:r>
            <a:r>
              <a:rPr lang="ru-RU" sz="2000" dirty="0">
                <a:latin typeface="Bahnschrift Light" panose="020B0502040204020203" pitchFamily="34" charset="0"/>
              </a:rPr>
              <a:t>домохозяйстве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ahnschrift Light" panose="020B0502040204020203" pitchFamily="34" charset="0"/>
              </a:rPr>
              <a:t>Индикатор </a:t>
            </a:r>
            <a:r>
              <a:rPr lang="ru-RU" sz="2000" dirty="0">
                <a:latin typeface="Bahnschrift Light" panose="020B0502040204020203" pitchFamily="34" charset="0"/>
              </a:rPr>
              <a:t>наличия заболеваний эндокринной </a:t>
            </a:r>
            <a:r>
              <a:rPr lang="ru-RU" sz="2000" dirty="0">
                <a:latin typeface="Bahnschrift Light" panose="020B0502040204020203" pitchFamily="34" charset="0"/>
              </a:rPr>
              <a:t>системы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</a:rPr>
              <a:t>Индикатор наличия </a:t>
            </a:r>
            <a:r>
              <a:rPr lang="ru-RU" sz="2000" dirty="0">
                <a:latin typeface="Bahnschrift Light" panose="020B0502040204020203" pitchFamily="34" charset="0"/>
              </a:rPr>
              <a:t>заболеваний опорно-двигательной </a:t>
            </a:r>
            <a:r>
              <a:rPr lang="ru-RU" sz="2000" dirty="0">
                <a:latin typeface="Bahnschrift Light" panose="020B0502040204020203" pitchFamily="34" charset="0"/>
              </a:rPr>
              <a:t>системы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Light" panose="020B0502040204020203" pitchFamily="34" charset="0"/>
              </a:rPr>
              <a:t>Индикатор наличия </a:t>
            </a:r>
            <a:r>
              <a:rPr lang="ru-RU" sz="2000" dirty="0">
                <a:latin typeface="Bahnschrift Light" panose="020B0502040204020203" pitchFamily="34" charset="0"/>
              </a:rPr>
              <a:t>детей</a:t>
            </a:r>
          </a:p>
        </p:txBody>
      </p:sp>
    </p:spTree>
    <p:extLst>
      <p:ext uri="{BB962C8B-B14F-4D97-AF65-F5344CB8AC3E}">
        <p14:creationId xmlns:p14="http://schemas.microsoft.com/office/powerpoint/2010/main" val="112243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538612"/>
              </p:ext>
            </p:extLst>
          </p:nvPr>
        </p:nvGraphicFramePr>
        <p:xfrm>
          <a:off x="415990" y="1106122"/>
          <a:ext cx="11263128" cy="295129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947452">
                  <a:extLst>
                    <a:ext uri="{9D8B030D-6E8A-4147-A177-3AD203B41FA5}">
                      <a16:colId xmlns:a16="http://schemas.microsoft.com/office/drawing/2014/main" val="2959059942"/>
                    </a:ext>
                  </a:extLst>
                </a:gridCol>
                <a:gridCol w="2186608">
                  <a:extLst>
                    <a:ext uri="{9D8B030D-6E8A-4147-A177-3AD203B41FA5}">
                      <a16:colId xmlns:a16="http://schemas.microsoft.com/office/drawing/2014/main" val="2335239862"/>
                    </a:ext>
                  </a:extLst>
                </a:gridCol>
                <a:gridCol w="2129068">
                  <a:extLst>
                    <a:ext uri="{9D8B030D-6E8A-4147-A177-3AD203B41FA5}">
                      <a16:colId xmlns:a16="http://schemas.microsoft.com/office/drawing/2014/main" val="2983163587"/>
                    </a:ext>
                  </a:extLst>
                </a:gridCol>
              </a:tblGrid>
              <a:tr h="414367">
                <a:tc>
                  <a:txBody>
                    <a:bodyPr/>
                    <a:lstStyle/>
                    <a:p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C-index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IBS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>
                    <a:solidFill>
                      <a:srgbClr val="263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827747"/>
                  </a:ext>
                </a:extLst>
              </a:tr>
              <a:tr h="552365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Модель</a:t>
                      </a:r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 пропорциональных рисков Кокса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0,</a:t>
                      </a:r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804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0,019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55718"/>
                  </a:ext>
                </a:extLst>
              </a:tr>
              <a:tr h="531472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Модель</a:t>
                      </a:r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Random Survival</a:t>
                      </a:r>
                      <a:r>
                        <a:rPr lang="en-US" sz="2400" baseline="0" dirty="0" smtClean="0">
                          <a:latin typeface="Bahnschrift Light" panose="020B0502040204020203" pitchFamily="34" charset="0"/>
                        </a:rPr>
                        <a:t> Forest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0,78</a:t>
                      </a:r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3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0,0</a:t>
                      </a:r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17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812920"/>
                  </a:ext>
                </a:extLst>
              </a:tr>
              <a:tr h="801710">
                <a:tc>
                  <a:txBody>
                    <a:bodyPr/>
                    <a:lstStyle/>
                    <a:p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Случайное</a:t>
                      </a:r>
                      <a:r>
                        <a:rPr lang="en-US" sz="2400" baseline="0" dirty="0" smtClean="0"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угадывание (граница </a:t>
                      </a:r>
                      <a:r>
                        <a:rPr lang="ru-RU" sz="2400" baseline="0" dirty="0" err="1" smtClean="0">
                          <a:latin typeface="Bahnschrift Light" panose="020B0502040204020203" pitchFamily="34" charset="0"/>
                        </a:rPr>
                        <a:t>неинформативности</a:t>
                      </a:r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)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  <a:sym typeface="Symbol" panose="05050102010706020507" pitchFamily="18" charset="2"/>
                        </a:rPr>
                        <a:t></a:t>
                      </a:r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0,5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Bahnschrift Light" panose="020B0502040204020203" pitchFamily="34" charset="0"/>
                        </a:rPr>
                        <a:t>≥</a:t>
                      </a:r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0,25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975340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Идеальный</a:t>
                      </a:r>
                      <a:r>
                        <a:rPr lang="ru-RU" sz="2400" baseline="0" dirty="0" smtClean="0">
                          <a:latin typeface="Bahnschrift Light" panose="020B0502040204020203" pitchFamily="34" charset="0"/>
                        </a:rPr>
                        <a:t> прогноз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1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latin typeface="Bahnschrift Light" panose="020B0502040204020203" pitchFamily="34" charset="0"/>
                        </a:rPr>
                        <a:t>0</a:t>
                      </a:r>
                      <a:endParaRPr lang="ru-RU" sz="24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02499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415990" y="4735527"/>
            <a:ext cx="114805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ea typeface="SimSun-ExtB" panose="02010609060101010101" pitchFamily="49" charset="-122"/>
              </a:rPr>
              <a:t>Random Survival Forest </a:t>
            </a:r>
            <a:r>
              <a:rPr lang="ru-RU" sz="2400" dirty="0">
                <a:latin typeface="Bahnschrift Light" panose="020B0502040204020203" pitchFamily="34" charset="0"/>
                <a:ea typeface="SimSun-ExtB" panose="02010609060101010101" pitchFamily="49" charset="-122"/>
              </a:rPr>
              <a:t>уступает модели Кокса в ранжировании клиентов по риску, то есть сегментации на высокий/низкий риск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ahnschrift Light" panose="020B0502040204020203" pitchFamily="34" charset="0"/>
                <a:ea typeface="SimSun-ExtB" panose="02010609060101010101" pitchFamily="49" charset="-122"/>
              </a:rPr>
              <a:t>Модель </a:t>
            </a:r>
            <a:r>
              <a:rPr lang="ru-RU" sz="2400" dirty="0">
                <a:latin typeface="Bahnschrift Light" panose="020B0502040204020203" pitchFamily="34" charset="0"/>
                <a:ea typeface="SimSun-ExtB" panose="02010609060101010101" pitchFamily="49" charset="-122"/>
              </a:rPr>
              <a:t>Кокса </a:t>
            </a:r>
            <a:r>
              <a:rPr lang="ru-RU" sz="2400" dirty="0" smtClean="0">
                <a:latin typeface="Bahnschrift Light" panose="020B0502040204020203" pitchFamily="34" charset="0"/>
                <a:ea typeface="SimSun-ExtB" panose="02010609060101010101" pitchFamily="49" charset="-122"/>
              </a:rPr>
              <a:t>менее точно предсказывает вероятности </a:t>
            </a:r>
            <a:r>
              <a:rPr lang="ru-RU" sz="2400" dirty="0">
                <a:latin typeface="Bahnschrift Light" panose="020B0502040204020203" pitchFamily="34" charset="0"/>
                <a:ea typeface="SimSun-ExtB" panose="02010609060101010101" pitchFamily="49" charset="-122"/>
              </a:rPr>
              <a:t>выживания </a:t>
            </a:r>
            <a:r>
              <a:rPr lang="ru-RU" sz="2400" dirty="0" smtClean="0">
                <a:latin typeface="Bahnschrift Light" panose="020B0502040204020203" pitchFamily="34" charset="0"/>
                <a:ea typeface="SimSun-ExtB" panose="02010609060101010101" pitchFamily="49" charset="-122"/>
              </a:rPr>
              <a:t>индивида в сравнении с моделью </a:t>
            </a:r>
            <a:r>
              <a:rPr lang="ru-RU" sz="2400" dirty="0">
                <a:latin typeface="Bahnschrift Light" panose="020B0502040204020203" pitchFamily="34" charset="0"/>
                <a:ea typeface="SimSun-ExtB" panose="02010609060101010101" pitchFamily="49" charset="-122"/>
              </a:rPr>
              <a:t>машинного </a:t>
            </a:r>
            <a:r>
              <a:rPr lang="ru-RU" sz="2400" dirty="0" smtClean="0">
                <a:latin typeface="Bahnschrift Light" panose="020B0502040204020203" pitchFamily="34" charset="0"/>
                <a:ea typeface="SimSun-ExtB" panose="02010609060101010101" pitchFamily="49" charset="-122"/>
              </a:rPr>
              <a:t>обучения</a:t>
            </a:r>
            <a:endParaRPr lang="ru-RU" sz="2400" dirty="0">
              <a:latin typeface="Bahnschrift Light" panose="020B0502040204020203" pitchFamily="34" charset="0"/>
              <a:ea typeface="SimSun-ExtB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990" y="4094967"/>
            <a:ext cx="3876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Bahnschrift Light" panose="020B0502040204020203" pitchFamily="34" charset="0"/>
              </a:rPr>
              <a:t>Источник:</a:t>
            </a:r>
            <a:r>
              <a:rPr lang="ru-RU" sz="2000" dirty="0">
                <a:latin typeface="Bahnschrift Light" panose="020B0502040204020203" pitchFamily="34" charset="0"/>
              </a:rPr>
              <a:t> составлено </a:t>
            </a:r>
            <a:r>
              <a:rPr lang="ru-RU" sz="2000" dirty="0" smtClean="0">
                <a:latin typeface="Bahnschrift Light" panose="020B0502040204020203" pitchFamily="34" charset="0"/>
              </a:rPr>
              <a:t>автором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sp>
        <p:nvSpPr>
          <p:cNvPr id="20" name="Номер слайда 3"/>
          <p:cNvSpPr txBox="1">
            <a:spLocks/>
          </p:cNvSpPr>
          <p:nvPr/>
        </p:nvSpPr>
        <p:spPr>
          <a:xfrm>
            <a:off x="158706" y="189073"/>
            <a:ext cx="351183" cy="4101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>
                <a:latin typeface="Bahnschrift" panose="020B0502040204020203" pitchFamily="34" charset="0"/>
              </a:rPr>
              <a:t>9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Оценка качества моделей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2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4297" y="6236749"/>
            <a:ext cx="3876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Bahnschrift Light" panose="020B0502040204020203" pitchFamily="34" charset="0"/>
              </a:rPr>
              <a:t>Источник:</a:t>
            </a:r>
            <a:r>
              <a:rPr lang="ru-RU" sz="2000" dirty="0">
                <a:latin typeface="Bahnschrift Light" panose="020B0502040204020203" pitchFamily="34" charset="0"/>
              </a:rPr>
              <a:t> составлено </a:t>
            </a:r>
            <a:r>
              <a:rPr lang="ru-RU" sz="2000" dirty="0" smtClean="0">
                <a:latin typeface="Bahnschrift Light" panose="020B0502040204020203" pitchFamily="34" charset="0"/>
              </a:rPr>
              <a:t>автором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sp>
        <p:nvSpPr>
          <p:cNvPr id="20" name="Номер слайда 3"/>
          <p:cNvSpPr txBox="1">
            <a:spLocks/>
          </p:cNvSpPr>
          <p:nvPr/>
        </p:nvSpPr>
        <p:spPr>
          <a:xfrm>
            <a:off x="158706" y="189073"/>
            <a:ext cx="450894" cy="4793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10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Оценка качества моделей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396" r="-304"/>
          <a:stretch/>
        </p:blipFill>
        <p:spPr bwMode="auto">
          <a:xfrm>
            <a:off x="1717040" y="2002228"/>
            <a:ext cx="8503920" cy="43653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34297" y="824975"/>
            <a:ext cx="117662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Bahnschrift Light" panose="020B0502040204020203" pitchFamily="34" charset="0"/>
              </a:rPr>
              <a:t>Для проверки </a:t>
            </a:r>
            <a:r>
              <a:rPr lang="ru-RU" sz="2200" dirty="0" err="1">
                <a:latin typeface="Bahnschrift Light" panose="020B0502040204020203" pitchFamily="34" charset="0"/>
              </a:rPr>
              <a:t>несмещенности</a:t>
            </a:r>
            <a:r>
              <a:rPr lang="ru-RU" sz="2200" dirty="0">
                <a:latin typeface="Bahnschrift Light" panose="020B0502040204020203" pitchFamily="34" charset="0"/>
              </a:rPr>
              <a:t> оценок риска проведено сравнение кривых выживания моделей со значениями кривой выживания Каплана-Мейера, отражающей среднюю вероятность выживания без учета индивидуальных особенностей </a:t>
            </a:r>
          </a:p>
        </p:txBody>
      </p:sp>
    </p:spTree>
    <p:extLst>
      <p:ext uri="{BB962C8B-B14F-4D97-AF65-F5344CB8AC3E}">
        <p14:creationId xmlns:p14="http://schemas.microsoft.com/office/powerpoint/2010/main" val="404465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88062" y="871918"/>
            <a:ext cx="115041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Нетто-премии</a:t>
            </a:r>
            <a:r>
              <a:rPr lang="en-US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 </a:t>
            </a: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рассчитаны </a:t>
            </a:r>
            <a:r>
              <a:rPr lang="ru-RU" sz="2600" dirty="0">
                <a:solidFill>
                  <a:schemeClr val="dk1"/>
                </a:solidFill>
                <a:latin typeface="Bahnschrift Light" panose="020B0502040204020203" pitchFamily="34" charset="0"/>
              </a:rPr>
              <a:t>из </a:t>
            </a: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предположений:</a:t>
            </a:r>
          </a:p>
          <a:p>
            <a:pPr marL="457200" indent="-457200">
              <a:buFontTx/>
              <a:buAutoNum type="arabicPeriod"/>
            </a:pP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Договор страхования на случай смерти заключается на 10 лет</a:t>
            </a:r>
          </a:p>
          <a:p>
            <a:pPr marL="457200" indent="-457200">
              <a:buFontTx/>
              <a:buAutoNum type="arabicPeriod"/>
            </a:pP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Страховая </a:t>
            </a:r>
            <a:r>
              <a:rPr lang="ru-RU" sz="2600" dirty="0">
                <a:solidFill>
                  <a:schemeClr val="dk1"/>
                </a:solidFill>
                <a:latin typeface="Bahnschrift Light" panose="020B0502040204020203" pitchFamily="34" charset="0"/>
              </a:rPr>
              <a:t>сумма составляет 100 000 руб</a:t>
            </a: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.</a:t>
            </a:r>
          </a:p>
          <a:p>
            <a:pPr marL="457200" indent="-457200">
              <a:buAutoNum type="arabicPeriod"/>
            </a:pP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Ставка дисконтирования на срок 10 лет равна 15,79% </a:t>
            </a:r>
            <a:r>
              <a:rPr lang="ru-RU" sz="2600" dirty="0">
                <a:solidFill>
                  <a:schemeClr val="dk1"/>
                </a:solidFill>
                <a:latin typeface="Bahnschrift Light" panose="020B0502040204020203" pitchFamily="34" charset="0"/>
              </a:rPr>
              <a:t>[ЦБ РФ, 2025]</a:t>
            </a:r>
          </a:p>
        </p:txBody>
      </p:sp>
      <p:sp>
        <p:nvSpPr>
          <p:cNvPr id="13" name="Номер слайда 3"/>
          <p:cNvSpPr txBox="1">
            <a:spLocks/>
          </p:cNvSpPr>
          <p:nvPr/>
        </p:nvSpPr>
        <p:spPr>
          <a:xfrm>
            <a:off x="158706" y="189073"/>
            <a:ext cx="389934" cy="4394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11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Расчет нетто-премий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741" b="85463" l="6100" r="92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r="-6931" b="19463"/>
          <a:stretch/>
        </p:blipFill>
        <p:spPr bwMode="auto">
          <a:xfrm>
            <a:off x="3118928" y="2808124"/>
            <a:ext cx="2137539" cy="173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53" y="2768150"/>
            <a:ext cx="1952937" cy="19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589" y="4546861"/>
            <a:ext cx="2789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Оценка модели Кокса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-2102" y="5377858"/>
            <a:ext cx="2962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Light" panose="020B0502040204020203" pitchFamily="34" charset="0"/>
              </a:rPr>
              <a:t>Оценка модели </a:t>
            </a:r>
            <a:r>
              <a:rPr lang="en-US" sz="2400" dirty="0" smtClean="0">
                <a:latin typeface="Bahnschrift Light" panose="020B0502040204020203" pitchFamily="34" charset="0"/>
              </a:rPr>
              <a:t>Random Survival Forest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18928" y="4761061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ahnschrift Light" panose="020B0502040204020203" pitchFamily="34" charset="0"/>
              </a:rPr>
              <a:t>570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18928" y="5678189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329</a:t>
            </a:r>
            <a:r>
              <a:rPr lang="en-US" sz="2400" dirty="0" smtClean="0">
                <a:latin typeface="Bahnschrift Light" panose="020B0502040204020203" pitchFamily="34" charset="0"/>
              </a:rPr>
              <a:t>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70590" y="4731526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1192</a:t>
            </a:r>
            <a:r>
              <a:rPr lang="en-US" sz="2400" dirty="0" smtClean="0">
                <a:latin typeface="Bahnschrift Light" panose="020B0502040204020203" pitchFamily="34" charset="0"/>
              </a:rPr>
              <a:t>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70590" y="5678188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1084</a:t>
            </a:r>
            <a:r>
              <a:rPr lang="en-US" sz="2400" dirty="0" smtClean="0">
                <a:latin typeface="Bahnschrift Light" panose="020B0502040204020203" pitchFamily="34" charset="0"/>
              </a:rPr>
              <a:t>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608463" y="5439180"/>
            <a:ext cx="7054081" cy="237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18929" y="4762276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21 516 970</a:t>
            </a:r>
            <a:r>
              <a:rPr lang="en-US" sz="2400" dirty="0" smtClean="0">
                <a:latin typeface="Bahnschrift Light" panose="020B0502040204020203" pitchFamily="34" charset="0"/>
              </a:rPr>
              <a:t>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18929" y="5678187"/>
            <a:ext cx="236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hnschrift Light" panose="020B0502040204020203" pitchFamily="34" charset="0"/>
              </a:rPr>
              <a:t>21 781 242</a:t>
            </a:r>
            <a:r>
              <a:rPr lang="en-US" sz="2400" dirty="0" smtClean="0">
                <a:latin typeface="Bahnschrift Light" panose="020B0502040204020203" pitchFamily="34" charset="0"/>
              </a:rPr>
              <a:t> </a:t>
            </a:r>
            <a:r>
              <a:rPr lang="ru-RU" sz="2400" dirty="0" smtClean="0">
                <a:latin typeface="Bahnschrift Light" panose="020B0502040204020203" pitchFamily="34" charset="0"/>
              </a:rPr>
              <a:t>руб.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4224" y="3027376"/>
            <a:ext cx="1495071" cy="149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3"/>
          <p:cNvSpPr txBox="1">
            <a:spLocks/>
          </p:cNvSpPr>
          <p:nvPr/>
        </p:nvSpPr>
        <p:spPr>
          <a:xfrm>
            <a:off x="0" y="154445"/>
            <a:ext cx="509889" cy="4793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12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Области применения моделей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78465" y="1443337"/>
            <a:ext cx="6498196" cy="413046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5008758" y="1443337"/>
            <a:ext cx="6671053" cy="4130462"/>
          </a:xfrm>
          <a:prstGeom prst="ellipse">
            <a:avLst/>
          </a:prstGeom>
          <a:solidFill>
            <a:srgbClr val="F3B3BB">
              <a:alpha val="61000"/>
            </a:srgbClr>
          </a:solidFill>
          <a:ln>
            <a:solidFill>
              <a:srgbClr val="EA7E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597477" y="861612"/>
            <a:ext cx="59451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latin typeface="Bahnschrift Light" panose="020B0502040204020203" pitchFamily="34" charset="0"/>
              </a:rPr>
              <a:t>Модель </a:t>
            </a:r>
            <a:r>
              <a:rPr lang="en-US" sz="3000" b="1" dirty="0" smtClean="0">
                <a:latin typeface="Bahnschrift Light" panose="020B0502040204020203" pitchFamily="34" charset="0"/>
              </a:rPr>
              <a:t>Random Survival Forest</a:t>
            </a:r>
            <a:endParaRPr lang="ru-RU" sz="3000" b="1" dirty="0">
              <a:latin typeface="Bahnschrift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7817" y="795122"/>
            <a:ext cx="4661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latin typeface="Bahnschrift Light" panose="020B0502040204020203" pitchFamily="34" charset="0"/>
              </a:rPr>
              <a:t>Модель Кокса</a:t>
            </a:r>
            <a:endParaRPr lang="ru-RU" sz="3000" b="1" dirty="0">
              <a:latin typeface="Bahnschrift 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6841" y="1858865"/>
            <a:ext cx="386106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Уравнение регрессии, значимость коэффициентов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4658" y="3255604"/>
            <a:ext cx="36940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Факторное влияние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8512" y="4022816"/>
            <a:ext cx="42790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Сегментация </a:t>
            </a: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групп </a:t>
            </a:r>
            <a:r>
              <a:rPr lang="ru-RU" sz="2600" dirty="0">
                <a:solidFill>
                  <a:schemeClr val="dk1"/>
                </a:solidFill>
                <a:latin typeface="Bahnschrift Light" panose="020B0502040204020203" pitchFamily="34" charset="0"/>
              </a:rPr>
              <a:t>с высоким/низким </a:t>
            </a:r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риском</a:t>
            </a:r>
            <a:r>
              <a:rPr lang="ru-RU" sz="2600" dirty="0" smtClean="0">
                <a:latin typeface="Bahnschrift Light" panose="020B0502040204020203" pitchFamily="34" charset="0"/>
              </a:rPr>
              <a:t> 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9400" y="1791494"/>
            <a:ext cx="41387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Более устойчивый результат при работе с </a:t>
            </a:r>
            <a:r>
              <a:rPr lang="en-US" sz="2600" dirty="0" smtClean="0">
                <a:latin typeface="Bahnschrift Light" panose="020B0502040204020203" pitchFamily="34" charset="0"/>
              </a:rPr>
              <a:t>Big Data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98538" y="3185542"/>
            <a:ext cx="39957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Выявление нелинейных паттернов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92970" y="4179481"/>
            <a:ext cx="36940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Прогнозирование точных вероятностей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50363" y="2862237"/>
            <a:ext cx="28626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Bahnschrift Light" panose="020B0502040204020203" pitchFamily="34" charset="0"/>
              </a:rPr>
              <a:t>Оценка вероятности события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75175" y="5521949"/>
            <a:ext cx="716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Bahnschrift Light" panose="020B0502040204020203" pitchFamily="34" charset="0"/>
              </a:rPr>
              <a:t>Ключевые общие ограничения</a:t>
            </a:r>
            <a:endParaRPr lang="ru-RU" sz="2800" b="1" dirty="0">
              <a:latin typeface="Bahnschrift Light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8383" y="5921739"/>
            <a:ext cx="114465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Потеря содержательности данных при формализации</a:t>
            </a:r>
          </a:p>
          <a:p>
            <a:pPr algn="ctr"/>
            <a:r>
              <a:rPr lang="ru-RU" sz="2600" dirty="0" smtClean="0">
                <a:solidFill>
                  <a:schemeClr val="dk1"/>
                </a:solidFill>
                <a:latin typeface="Bahnschrift Light" panose="020B0502040204020203" pitchFamily="34" charset="0"/>
              </a:rPr>
              <a:t>Потребность в широком наборе компетенций</a:t>
            </a:r>
            <a:endParaRPr lang="ru-RU" sz="2600" dirty="0">
              <a:solidFill>
                <a:schemeClr val="dk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5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8A4804-4A76-684B-A7C4-5D01CDC73697}"/>
              </a:ext>
            </a:extLst>
          </p:cNvPr>
          <p:cNvSpPr/>
          <p:nvPr/>
        </p:nvSpPr>
        <p:spPr>
          <a:xfrm>
            <a:off x="1066800" y="119817"/>
            <a:ext cx="11125200" cy="548640"/>
          </a:xfrm>
          <a:prstGeom prst="rect">
            <a:avLst/>
          </a:prstGeom>
          <a:solidFill>
            <a:srgbClr val="263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ru-RU" sz="2000" dirty="0" smtClean="0">
                <a:latin typeface="Bahnschrift" panose="020B0502040204020203" pitchFamily="34" charset="0"/>
                <a:cs typeface="Times New Roman" panose="02020603050405020304" pitchFamily="18" charset="0"/>
              </a:rPr>
              <a:t>Иллюстрация потери содержательности данных вследствие формализации</a:t>
            </a:r>
            <a:endParaRPr lang="ru-RU" sz="20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57"/>
            <a:ext cx="4959626" cy="6182400"/>
          </a:xfrm>
          <a:prstGeom prst="rect">
            <a:avLst/>
          </a:prstGeom>
        </p:spPr>
      </p:pic>
      <p:sp>
        <p:nvSpPr>
          <p:cNvPr id="9" name="Номер слайда 3"/>
          <p:cNvSpPr txBox="1">
            <a:spLocks/>
          </p:cNvSpPr>
          <p:nvPr/>
        </p:nvSpPr>
        <p:spPr>
          <a:xfrm>
            <a:off x="0" y="154445"/>
            <a:ext cx="509889" cy="4793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 smtClean="0">
                <a:latin typeface="Bahnschrift" panose="020B0502040204020203" pitchFamily="34" charset="0"/>
              </a:rPr>
              <a:t>13</a:t>
            </a:r>
            <a:endParaRPr lang="ru-RU" sz="2200" dirty="0"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0281" y="4034882"/>
            <a:ext cx="6951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latin typeface="Bahnschrift Light" panose="020B0502040204020203" pitchFamily="34" charset="0"/>
              </a:rPr>
              <a:t>Истринский</a:t>
            </a:r>
            <a:r>
              <a:rPr lang="ru-RU" sz="2800" dirty="0">
                <a:latin typeface="Bahnschrift Light" panose="020B0502040204020203" pitchFamily="34" charset="0"/>
              </a:rPr>
              <a:t> район МО и юго-восточный округ Москвы: где выше риск?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0281" y="2100382"/>
            <a:ext cx="65766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Bahnschrift Light" panose="020B0502040204020203" pitchFamily="34" charset="0"/>
              </a:rPr>
              <a:t>Алкоголь и курение: </a:t>
            </a:r>
            <a:r>
              <a:rPr lang="ru-RU" sz="2800" dirty="0" smtClean="0">
                <a:latin typeface="Bahnschrift Light" panose="020B0502040204020203" pitchFamily="34" charset="0"/>
              </a:rPr>
              <a:t>что именно потребляется и как часто?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00282" y="1118872"/>
            <a:ext cx="65766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Bahnschrift Light" panose="020B0502040204020203" pitchFamily="34" charset="0"/>
              </a:rPr>
              <a:t>Спорт:</a:t>
            </a:r>
            <a:r>
              <a:rPr lang="ru-RU" sz="2800" dirty="0" smtClean="0">
                <a:latin typeface="Bahnschrift Light" panose="020B0502040204020203" pitchFamily="34" charset="0"/>
              </a:rPr>
              <a:t> какого рода физические нагрузки, с инструктором или без?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00281" y="3080775"/>
            <a:ext cx="6805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Bahnschrift Light" panose="020B0502040204020203" pitchFamily="34" charset="0"/>
              </a:rPr>
              <a:t>Образование:</a:t>
            </a:r>
            <a:r>
              <a:rPr lang="ru-RU" sz="2800" dirty="0" smtClean="0">
                <a:latin typeface="Bahnschrift Light" panose="020B0502040204020203" pitchFamily="34" charset="0"/>
              </a:rPr>
              <a:t> проблема формализации образования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00281" y="4988989"/>
            <a:ext cx="6951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Bahnschrift Light" panose="020B0502040204020203" pitchFamily="34" charset="0"/>
              </a:rPr>
              <a:t>Удовлетворенность жизнью: </a:t>
            </a:r>
            <a:r>
              <a:rPr lang="ru-RU" sz="2800" dirty="0" smtClean="0">
                <a:latin typeface="Bahnschrift Light" panose="020B0502040204020203" pitchFamily="34" charset="0"/>
              </a:rPr>
              <a:t>субъективный </a:t>
            </a:r>
            <a:r>
              <a:rPr lang="ru-RU" sz="2800" dirty="0">
                <a:latin typeface="Bahnschrift Light" panose="020B0502040204020203" pitchFamily="34" charset="0"/>
              </a:rPr>
              <a:t>сиюминутный фактор </a:t>
            </a:r>
          </a:p>
        </p:txBody>
      </p:sp>
    </p:spTree>
    <p:extLst>
      <p:ext uri="{BB962C8B-B14F-4D97-AF65-F5344CB8AC3E}">
        <p14:creationId xmlns:p14="http://schemas.microsoft.com/office/powerpoint/2010/main" val="280240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"/>
          <p:cNvSpPr>
            <a:spLocks noGrp="1"/>
          </p:cNvSpPr>
          <p:nvPr>
            <p:ph type="title"/>
          </p:nvPr>
        </p:nvSpPr>
        <p:spPr>
          <a:xfrm>
            <a:off x="345967" y="-92074"/>
            <a:ext cx="11846033" cy="1453735"/>
          </a:xfrm>
        </p:spPr>
        <p:txBody>
          <a:bodyPr>
            <a:normAutofit/>
          </a:bodyPr>
          <a:lstStyle/>
          <a:p>
            <a:r>
              <a:rPr lang="ru-RU" sz="3500" dirty="0" smtClean="0">
                <a:latin typeface="Century" panose="02040604050505020304" pitchFamily="18" charset="0"/>
              </a:rPr>
              <a:t>Приложение 1. Оценка коэффициентов модели Кокса</a:t>
            </a:r>
            <a:r>
              <a:rPr lang="en-US" sz="3500" dirty="0" smtClean="0">
                <a:latin typeface="Century" panose="02040604050505020304" pitchFamily="18" charset="0"/>
              </a:rPr>
              <a:t> </a:t>
            </a:r>
            <a:r>
              <a:rPr lang="ru-RU" sz="3500" dirty="0" smtClean="0">
                <a:latin typeface="Century" panose="02040604050505020304" pitchFamily="18" charset="0"/>
              </a:rPr>
              <a:t>2 с 95% доверительными интервалами</a:t>
            </a:r>
            <a:endParaRPr lang="ru-RU" sz="3500" dirty="0">
              <a:latin typeface="Century" panose="02040604050505020304" pitchFamily="18" charset="0"/>
            </a:endParaRPr>
          </a:p>
        </p:txBody>
      </p:sp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sz="2000" dirty="0" smtClean="0">
                <a:latin typeface="Bahnschrift Light" panose="020B0502040204020203" pitchFamily="34" charset="0"/>
              </a:rPr>
              <a:t>13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" t="4842"/>
          <a:stretch/>
        </p:blipFill>
        <p:spPr bwMode="auto">
          <a:xfrm>
            <a:off x="835156" y="1168446"/>
            <a:ext cx="9928923" cy="55530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925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3103720" y="2498899"/>
                <a:ext cx="42018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)∗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β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sty m:val="p"/>
                            </m:rPr>
                            <a:rPr lang="ru-RU" sz="2800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20" y="2498899"/>
                <a:ext cx="42018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8408063" y="2498899"/>
                <a:ext cx="7633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063" y="2498899"/>
                <a:ext cx="76335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44204" y="3954858"/>
                <a:ext cx="9642187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600" dirty="0">
                    <a:latin typeface="Bahnschrift Light" panose="020B0502040204020203" pitchFamily="34" charset="0"/>
                  </a:rPr>
                  <a:t>По </a:t>
                </a:r>
                <a:r>
                  <a:rPr lang="ru-RU" sz="2600" dirty="0" smtClean="0">
                    <a:latin typeface="Bahnschrift Light" panose="020B0502040204020203" pitchFamily="34" charset="0"/>
                  </a:rPr>
                  <a:t>(1) рассчитывается 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функция риска смерти, учитывающая матрицу признаков объектов </a:t>
                </a:r>
                <a:r>
                  <a:rPr lang="en-US" sz="2600" dirty="0">
                    <a:latin typeface="Bahnschrift Light" panose="020B0502040204020203" pitchFamily="34" charset="0"/>
                  </a:rPr>
                  <a:t>X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, коэффициенты при признаках 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, базовую функцию риска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, которая одинакова для всех индивидов</a:t>
                </a:r>
                <a:r>
                  <a:rPr lang="ru-RU" sz="2600" dirty="0" smtClean="0">
                    <a:latin typeface="Bahnschrift Light" panose="020B0502040204020203" pitchFamily="34" charset="0"/>
                  </a:rPr>
                  <a:t>.</a:t>
                </a:r>
                <a:endParaRPr lang="ru-RU" sz="2600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04" y="3954858"/>
                <a:ext cx="9642187" cy="1692771"/>
              </a:xfrm>
              <a:prstGeom prst="rect">
                <a:avLst/>
              </a:prstGeom>
              <a:blipFill>
                <a:blip r:embed="rId4"/>
                <a:stretch>
                  <a:fillRect l="-1138" t="-3249" r="-948" b="-8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246575" y="112425"/>
            <a:ext cx="11846033" cy="1453735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Century" panose="02040604050505020304" pitchFamily="18" charset="0"/>
              </a:rPr>
              <a:t>Приложение 2. Функция риска модели </a:t>
            </a:r>
            <a:r>
              <a:rPr lang="en-US" sz="4000" dirty="0" smtClean="0">
                <a:latin typeface="Century" panose="02040604050505020304" pitchFamily="18" charset="0"/>
              </a:rPr>
              <a:t>Cox PH</a:t>
            </a:r>
            <a:endParaRPr lang="ru-RU" sz="4000" dirty="0">
              <a:latin typeface="Century" panose="02040604050505020304" pitchFamily="18" charset="0"/>
            </a:endParaRPr>
          </a:p>
        </p:txBody>
      </p:sp>
      <p:sp>
        <p:nvSpPr>
          <p:cNvPr id="7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sz="2000" dirty="0" smtClean="0">
                <a:latin typeface="Bahnschrift Light" panose="020B0502040204020203" pitchFamily="34" charset="0"/>
              </a:rPr>
              <a:t>13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08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447986" y="1638793"/>
                <a:ext cx="3731984" cy="12816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ru-RU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sz="2800" i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d>
                                            <m:dPr>
                                              <m:ctrlP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sub>
                                  </m:sSub>
                                  <m:r>
                                    <a:rPr lang="ru-RU" sz="28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ru-RU" sz="2800" i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ru-RU" sz="28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986" y="1638793"/>
                <a:ext cx="3731984" cy="1281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220" y="3287906"/>
                <a:ext cx="11207806" cy="2931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600" dirty="0">
                    <a:latin typeface="Bahnschrift Light" panose="020B0502040204020203" pitchFamily="34" charset="0"/>
                  </a:rPr>
                  <a:t>Параметр 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 оценивается путем максимизации функции частичного правдоподобия Кокса </a:t>
                </a:r>
                <a:r>
                  <a:rPr lang="ru-RU" sz="2600" dirty="0" smtClean="0">
                    <a:latin typeface="Bahnschrift Light" panose="020B0502040204020203" pitchFamily="34" charset="0"/>
                  </a:rPr>
                  <a:t>(2) 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[</a:t>
                </a:r>
                <a:r>
                  <a:rPr lang="ru-RU" sz="2600" dirty="0" err="1">
                    <a:latin typeface="Bahnschrift Light" panose="020B0502040204020203" pitchFamily="34" charset="0"/>
                  </a:rPr>
                  <a:t>Cox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, 1972], где</a:t>
                </a:r>
              </a:p>
              <a:p>
                <a:r>
                  <a:rPr lang="en-US" sz="2600" dirty="0">
                    <a:latin typeface="Bahnschrift Light" panose="020B0502040204020203" pitchFamily="34" charset="0"/>
                  </a:rPr>
                  <a:t>m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 – число </a:t>
                </a:r>
                <a:r>
                  <a:rPr lang="ru-RU" sz="2600" dirty="0" err="1">
                    <a:latin typeface="Bahnschrift Light" panose="020B0502040204020203" pitchFamily="34" charset="0"/>
                  </a:rPr>
                  <a:t>нецензурированных</a:t>
                </a:r>
                <a:r>
                  <a:rPr lang="ru-RU" sz="2600" dirty="0">
                    <a:latin typeface="Bahnschrift Light" panose="020B0502040204020203" pitchFamily="34" charset="0"/>
                  </a:rPr>
                  <a:t> наблюдений в выборке,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 – индекс индивида, который умер в момент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 (цензурированные наблюдения не учитываются),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 – множество индексов индивидов, не умерших и не выбывших до момента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600" dirty="0">
                    <a:latin typeface="Bahnschrift Light" panose="020B0502040204020203" pitchFamily="34" charset="0"/>
                  </a:rPr>
                  <a:t> (цензурированные наблюдения учитываются</a:t>
                </a:r>
                <a:r>
                  <a:rPr lang="ru-RU" sz="2600" dirty="0" smtClean="0">
                    <a:latin typeface="Bahnschrift Light" panose="020B0502040204020203" pitchFamily="34" charset="0"/>
                  </a:rPr>
                  <a:t>).</a:t>
                </a:r>
                <a:endParaRPr lang="ru-RU" sz="2600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20" y="3287906"/>
                <a:ext cx="11207806" cy="2931572"/>
              </a:xfrm>
              <a:prstGeom prst="rect">
                <a:avLst/>
              </a:prstGeom>
              <a:blipFill>
                <a:blip r:embed="rId3"/>
                <a:stretch>
                  <a:fillRect l="-979" t="-2079" b="-4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8517392" y="2017999"/>
                <a:ext cx="7633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392" y="2017999"/>
                <a:ext cx="7633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46575" y="112425"/>
            <a:ext cx="11846033" cy="1453735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Century" panose="02040604050505020304" pitchFamily="18" charset="0"/>
              </a:rPr>
              <a:t>Приложение 3. Вывод оценок коэффициентов модели </a:t>
            </a:r>
            <a:r>
              <a:rPr lang="en-US" sz="4000" dirty="0" smtClean="0">
                <a:latin typeface="Century" panose="02040604050505020304" pitchFamily="18" charset="0"/>
              </a:rPr>
              <a:t>Cox PH</a:t>
            </a:r>
            <a:endParaRPr lang="ru-RU" sz="4000" dirty="0">
              <a:latin typeface="Century" panose="02040604050505020304" pitchFamily="18" charset="0"/>
            </a:endParaRPr>
          </a:p>
        </p:txBody>
      </p:sp>
      <p:sp>
        <p:nvSpPr>
          <p:cNvPr id="9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sz="2000" dirty="0" smtClean="0">
                <a:latin typeface="Bahnschrift Light" panose="020B0502040204020203" pitchFamily="34" charset="0"/>
              </a:rPr>
              <a:t>13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2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6280" y="243205"/>
            <a:ext cx="11064240" cy="1325563"/>
          </a:xfrm>
        </p:spPr>
        <p:txBody>
          <a:bodyPr/>
          <a:lstStyle/>
          <a:p>
            <a:r>
              <a:rPr lang="ru-RU" dirty="0" smtClean="0">
                <a:latin typeface="Century" panose="02040604050505020304" pitchFamily="18" charset="0"/>
              </a:rPr>
              <a:t>Приложение 4. Формула расчета нетто-премий</a:t>
            </a:r>
            <a:endParaRPr lang="ru-RU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716280" y="1568768"/>
                <a:ext cx="10396331" cy="44276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]=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)∗</m:t>
                              </m:r>
                              <m:sSup>
                                <m:sSup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nary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)∗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)∗</m:t>
                              </m:r>
                              <m:sSup>
                                <m:sSup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nary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, где#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− индивидуальная страховая премия,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− страховая сумма,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− дисконтирующий множитель,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−ставка дисконтирования, 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− вектор индивидуальных характеристик застрахованного лица,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−момент времени в годах 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рассматривается десятилетний период</m:t>
                              </m:r>
                            </m:e>
                          </m:d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) − вероятность наступления рискового события в момент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,  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) − вероятность того, что рисковое событие не произошло до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&amp;момента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при заданных характеристиках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)−вероятность наступления рискового события в момент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eqAr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" y="1568768"/>
                <a:ext cx="10396331" cy="4427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16280" y="6089071"/>
            <a:ext cx="10708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ahnschrift Light" panose="020B0502040204020203" pitchFamily="34" charset="0"/>
              </a:rPr>
              <a:t>Источник</a:t>
            </a:r>
            <a:r>
              <a:rPr lang="ru-RU" sz="2000" b="1" dirty="0" smtClean="0">
                <a:latin typeface="Bahnschrift Light" panose="020B0502040204020203" pitchFamily="34" charset="0"/>
              </a:rPr>
              <a:t>: </a:t>
            </a:r>
            <a:r>
              <a:rPr lang="ru-RU" sz="2000" dirty="0">
                <a:latin typeface="Bahnschrift Light" panose="020B0502040204020203" pitchFamily="34" charset="0"/>
              </a:rPr>
              <a:t>[</a:t>
            </a:r>
            <a:r>
              <a:rPr lang="ru-RU" sz="2000" dirty="0" err="1">
                <a:latin typeface="Bahnschrift Light" panose="020B0502040204020203" pitchFamily="34" charset="0"/>
              </a:rPr>
              <a:t>Chancel</a:t>
            </a:r>
            <a:r>
              <a:rPr lang="ru-RU" sz="2000" dirty="0">
                <a:latin typeface="Bahnschrift Light" panose="020B0502040204020203" pitchFamily="34" charset="0"/>
              </a:rPr>
              <a:t> и др., 2022</a:t>
            </a:r>
            <a:r>
              <a:rPr lang="ru-RU" sz="2000" dirty="0" smtClean="0">
                <a:latin typeface="Bahnschrift Light" panose="020B0502040204020203" pitchFamily="34" charset="0"/>
              </a:rPr>
              <a:t>]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75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352756"/>
            <a:ext cx="10711071" cy="4998348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Смешанное страхование жизни — это вид страхования, который объединяет в себе элементы накопительного и рискового </a:t>
            </a:r>
            <a:r>
              <a:rPr lang="ru-RU" dirty="0" smtClean="0">
                <a:latin typeface="Bahnschrift Light" panose="020B0502040204020203" pitchFamily="34" charset="0"/>
              </a:rPr>
              <a:t>страхования</a:t>
            </a:r>
          </a:p>
          <a:p>
            <a:r>
              <a:rPr lang="ru-RU" dirty="0" smtClean="0">
                <a:latin typeface="Bahnschrift Light" panose="020B0502040204020203" pitchFamily="34" charset="0"/>
              </a:rPr>
              <a:t>Брызгалов </a:t>
            </a:r>
            <a:r>
              <a:rPr lang="ru-RU" dirty="0">
                <a:latin typeface="Bahnschrift Light" panose="020B0502040204020203" pitchFamily="34" charset="0"/>
              </a:rPr>
              <a:t>Д.В</a:t>
            </a:r>
            <a:r>
              <a:rPr lang="ru-RU" dirty="0" smtClean="0">
                <a:latin typeface="Bahnschrift Light" panose="020B0502040204020203" pitchFamily="34" charset="0"/>
              </a:rPr>
              <a:t>. различает страховую деятельность и инвестиционную. Последняя требует </a:t>
            </a:r>
            <a:r>
              <a:rPr lang="ru-RU" dirty="0">
                <a:latin typeface="Bahnschrift Light" panose="020B0502040204020203" pitchFamily="34" charset="0"/>
              </a:rPr>
              <a:t>отдельного подхода к его </a:t>
            </a:r>
            <a:r>
              <a:rPr lang="ru-RU" dirty="0" smtClean="0">
                <a:latin typeface="Bahnschrift Light" panose="020B0502040204020203" pitchFamily="34" charset="0"/>
              </a:rPr>
              <a:t>анализу</a:t>
            </a:r>
          </a:p>
          <a:p>
            <a:r>
              <a:rPr lang="ru-RU" dirty="0" smtClean="0">
                <a:latin typeface="Bahnschrift Light" panose="020B0502040204020203" pitchFamily="34" charset="0"/>
              </a:rPr>
              <a:t>Работа </a:t>
            </a:r>
            <a:r>
              <a:rPr lang="ru-RU" dirty="0">
                <a:latin typeface="Bahnschrift Light" panose="020B0502040204020203" pitchFamily="34" charset="0"/>
              </a:rPr>
              <a:t>носит методологический и междисциплинарный характер на стыке экономики и анализа данных. Это уязвимость работы, свойственная современным экономическим </a:t>
            </a:r>
            <a:r>
              <a:rPr lang="ru-RU" dirty="0" smtClean="0">
                <a:latin typeface="Bahnschrift Light" panose="020B0502040204020203" pitchFamily="34" charset="0"/>
              </a:rPr>
              <a:t>исследованиям</a:t>
            </a:r>
          </a:p>
          <a:p>
            <a:r>
              <a:rPr lang="ru-RU" dirty="0" smtClean="0">
                <a:latin typeface="Bahnschrift Light" panose="020B0502040204020203" pitchFamily="34" charset="0"/>
              </a:rPr>
              <a:t>Чистая стоимость денег. Процентная ставка приближена к реальной ставке дисконтирования, так как инвестиционный портфель страховых компаний достаточно консервативен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17628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Century" panose="02040604050505020304" pitchFamily="18" charset="0"/>
              </a:rPr>
              <a:t>Приложение 5</a:t>
            </a:r>
            <a:endParaRPr lang="ru-RU" sz="4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3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12697</TotalTime>
  <Words>1157</Words>
  <Application>Microsoft Office PowerPoint</Application>
  <PresentationFormat>Широкоэкранный</PresentationFormat>
  <Paragraphs>169</Paragraphs>
  <Slides>18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30" baseType="lpstr">
      <vt:lpstr>SimSun-ExtB</vt:lpstr>
      <vt:lpstr>Arial</vt:lpstr>
      <vt:lpstr>Bahnschrift</vt:lpstr>
      <vt:lpstr>Bahnschrift Light</vt:lpstr>
      <vt:lpstr>Calibri</vt:lpstr>
      <vt:lpstr>Calibri Light</vt:lpstr>
      <vt:lpstr>Cambria Math</vt:lpstr>
      <vt:lpstr>Century</vt:lpstr>
      <vt:lpstr>Courier New</vt:lpstr>
      <vt:lpstr>Symbol</vt:lpstr>
      <vt:lpstr>Times New Roman</vt:lpstr>
      <vt:lpstr>Тема Office</vt:lpstr>
      <vt:lpstr>«Прогнозирование риска в страховании жизни с применением методов машинного обучения»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Приложение 1. Оценка коэффициентов модели Кокса 2 с 95% доверительными интервалами</vt:lpstr>
      <vt:lpstr>Приложение 2. Функция риска модели Cox PH</vt:lpstr>
      <vt:lpstr>Приложение 3. Вывод оценок коэффициентов модели Cox PH</vt:lpstr>
      <vt:lpstr>Приложение 4. Формула расчета нетто-премий</vt:lpstr>
      <vt:lpstr>Приложение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ВКР «Прогнозирование риска в страховании жизни с применением методов машинного обучения»</dc:title>
  <dc:creator>kamenskich.i@mail.ru</dc:creator>
  <cp:lastModifiedBy>kamenskich.i@mail.ru</cp:lastModifiedBy>
  <cp:revision>128</cp:revision>
  <dcterms:created xsi:type="dcterms:W3CDTF">2025-04-21T15:35:59Z</dcterms:created>
  <dcterms:modified xsi:type="dcterms:W3CDTF">2026-01-16T14:07:00Z</dcterms:modified>
</cp:coreProperties>
</file>